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notesMasterIdLst>
    <p:notesMasterId r:id="rId43"/>
  </p:notesMasterIdLst>
  <p:sldIdLst>
    <p:sldId id="289" r:id="rId4"/>
    <p:sldId id="263" r:id="rId5"/>
    <p:sldId id="259" r:id="rId6"/>
    <p:sldId id="273" r:id="rId7"/>
    <p:sldId id="258" r:id="rId8"/>
    <p:sldId id="272" r:id="rId9"/>
    <p:sldId id="296" r:id="rId10"/>
    <p:sldId id="274" r:id="rId11"/>
    <p:sldId id="280" r:id="rId12"/>
    <p:sldId id="294" r:id="rId13"/>
    <p:sldId id="295" r:id="rId14"/>
    <p:sldId id="266" r:id="rId15"/>
    <p:sldId id="278" r:id="rId16"/>
    <p:sldId id="279" r:id="rId17"/>
    <p:sldId id="298" r:id="rId18"/>
    <p:sldId id="286" r:id="rId19"/>
    <p:sldId id="299" r:id="rId20"/>
    <p:sldId id="291" r:id="rId21"/>
    <p:sldId id="292" r:id="rId22"/>
    <p:sldId id="300" r:id="rId23"/>
    <p:sldId id="308" r:id="rId24"/>
    <p:sldId id="301" r:id="rId25"/>
    <p:sldId id="302" r:id="rId26"/>
    <p:sldId id="303" r:id="rId27"/>
    <p:sldId id="309" r:id="rId28"/>
    <p:sldId id="312" r:id="rId29"/>
    <p:sldId id="313" r:id="rId30"/>
    <p:sldId id="314" r:id="rId31"/>
    <p:sldId id="315" r:id="rId32"/>
    <p:sldId id="290" r:id="rId33"/>
    <p:sldId id="276" r:id="rId34"/>
    <p:sldId id="310" r:id="rId35"/>
    <p:sldId id="306" r:id="rId36"/>
    <p:sldId id="307" r:id="rId37"/>
    <p:sldId id="277" r:id="rId38"/>
    <p:sldId id="311" r:id="rId39"/>
    <p:sldId id="316" r:id="rId40"/>
    <p:sldId id="317" r:id="rId41"/>
    <p:sldId id="318" r:id="rId4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2" d="100"/>
          <a:sy n="152" d="100"/>
        </p:scale>
        <p:origin x="2060" y="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slide" Target="slides/slide3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326DBD-8F9B-4FE8-89D0-2E86B13A67B9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/>
      <dgm:spPr/>
    </dgm:pt>
    <dgm:pt modelId="{701CCD5A-FA6C-4927-AE29-EC2C72E5BEC3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System</a:t>
          </a:r>
        </a:p>
      </dgm:t>
    </dgm:pt>
    <dgm:pt modelId="{0C007AE8-4227-48A9-B564-A529B402BD55}" type="parTrans" cxnId="{2CD63C42-50DE-4713-A814-CCCAED1162A0}">
      <dgm:prSet/>
      <dgm:spPr/>
    </dgm:pt>
    <dgm:pt modelId="{732748DE-264B-428A-B875-BC9E2A142DCE}" type="sibTrans" cxnId="{2CD63C42-50DE-4713-A814-CCCAED1162A0}">
      <dgm:prSet/>
      <dgm:spPr/>
    </dgm:pt>
    <dgm:pt modelId="{E7E57C58-8D8C-4321-9BEF-3669EAE851BB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SubSystem 1</a:t>
          </a:r>
        </a:p>
      </dgm:t>
    </dgm:pt>
    <dgm:pt modelId="{FBC80922-5B31-4CE5-8F14-FA7CB8872788}" type="parTrans" cxnId="{91FA5B87-901E-48AE-BC9D-AEC9B3A622B3}">
      <dgm:prSet/>
      <dgm:spPr/>
    </dgm:pt>
    <dgm:pt modelId="{482D7C51-CD8A-4DB2-9268-0C355B818150}" type="sibTrans" cxnId="{91FA5B87-901E-48AE-BC9D-AEC9B3A622B3}">
      <dgm:prSet/>
      <dgm:spPr/>
    </dgm:pt>
    <dgm:pt modelId="{03B18BAD-951A-4654-A1F5-34CDF92136D7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SubSubSystem 1</a:t>
          </a:r>
        </a:p>
      </dgm:t>
    </dgm:pt>
    <dgm:pt modelId="{31038122-2BFE-465C-875A-203128285968}" type="parTrans" cxnId="{9D223C5E-641A-44EA-B070-DC2262D597A4}">
      <dgm:prSet/>
      <dgm:spPr/>
    </dgm:pt>
    <dgm:pt modelId="{C386FD1E-2244-4B30-9517-F05D6D572565}" type="sibTrans" cxnId="{9D223C5E-641A-44EA-B070-DC2262D597A4}">
      <dgm:prSet/>
      <dgm:spPr/>
    </dgm:pt>
    <dgm:pt modelId="{59A7D646-01BA-4DEF-9CD0-F90267C0176E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SubSubSystem 2</a:t>
          </a:r>
        </a:p>
      </dgm:t>
    </dgm:pt>
    <dgm:pt modelId="{9AD28C48-2345-4EE1-9EDE-E298AF7AE7F4}" type="parTrans" cxnId="{CCE03DDC-0FF5-4C30-BC58-14D56134CCA5}">
      <dgm:prSet/>
      <dgm:spPr/>
    </dgm:pt>
    <dgm:pt modelId="{2DF89353-CBBB-4159-AFBA-D7F572813D5E}" type="sibTrans" cxnId="{CCE03DDC-0FF5-4C30-BC58-14D56134CCA5}">
      <dgm:prSet/>
      <dgm:spPr/>
    </dgm:pt>
    <dgm:pt modelId="{2885889D-714F-4D45-B4A4-5A7F1B251466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SubSubSystem 2</a:t>
          </a:r>
        </a:p>
      </dgm:t>
    </dgm:pt>
    <dgm:pt modelId="{CC0BB4D1-DEEF-4040-B0F9-1ACDDE25516D}" type="parTrans" cxnId="{00828521-D665-4438-811E-4C53EEAAC194}">
      <dgm:prSet/>
      <dgm:spPr/>
    </dgm:pt>
    <dgm:pt modelId="{821B6EA3-AE3F-4385-8A5D-390269B87D86}" type="sibTrans" cxnId="{00828521-D665-4438-811E-4C53EEAAC194}">
      <dgm:prSet/>
      <dgm:spPr/>
    </dgm:pt>
    <dgm:pt modelId="{1596EFD9-5BDC-443B-A18E-4EF16E79DEA5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SubSystem 2</a:t>
          </a:r>
        </a:p>
      </dgm:t>
    </dgm:pt>
    <dgm:pt modelId="{BB6326C9-EB67-4AA7-B400-319601CD8679}" type="parTrans" cxnId="{592356E4-B5C0-4BDA-9AD0-A293AD4798C1}">
      <dgm:prSet/>
      <dgm:spPr/>
    </dgm:pt>
    <dgm:pt modelId="{DDCF4B4E-757D-49CD-AEBA-57CF013CBB33}" type="sibTrans" cxnId="{592356E4-B5C0-4BDA-9AD0-A293AD4798C1}">
      <dgm:prSet/>
      <dgm:spPr/>
    </dgm:pt>
    <dgm:pt modelId="{85EB4F73-0DD1-4E65-B530-45E5E2BF02A8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SubSubSystem 1</a:t>
          </a:r>
        </a:p>
      </dgm:t>
    </dgm:pt>
    <dgm:pt modelId="{8AE74302-BB34-48CF-B969-01D5DC542C33}" type="parTrans" cxnId="{7EA82215-B1A7-4C91-B859-1778F260BE33}">
      <dgm:prSet/>
      <dgm:spPr/>
    </dgm:pt>
    <dgm:pt modelId="{6086CDA4-D545-42B4-8617-FB2DA7D2E87F}" type="sibTrans" cxnId="{7EA82215-B1A7-4C91-B859-1778F260BE33}">
      <dgm:prSet/>
      <dgm:spPr/>
    </dgm:pt>
    <dgm:pt modelId="{F896FE96-BFD0-4D92-891A-CCB746385CF5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SubSubSystem 2</a:t>
          </a:r>
        </a:p>
      </dgm:t>
    </dgm:pt>
    <dgm:pt modelId="{0FAB767B-7EDD-4953-8A44-9383AFE0E9E3}" type="parTrans" cxnId="{1F031000-7281-4E8B-B0D0-B5CD6643E9E0}">
      <dgm:prSet/>
      <dgm:spPr/>
    </dgm:pt>
    <dgm:pt modelId="{362D5100-6ACF-4001-A0F7-A2DAB0FA5AD6}" type="sibTrans" cxnId="{1F031000-7281-4E8B-B0D0-B5CD6643E9E0}">
      <dgm:prSet/>
      <dgm:spPr/>
    </dgm:pt>
    <dgm:pt modelId="{5F1B77A3-D886-48C9-994E-C727504718FE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SubSubSystem 3</a:t>
          </a:r>
        </a:p>
      </dgm:t>
    </dgm:pt>
    <dgm:pt modelId="{74969CCE-294D-42B2-8232-08F7559013FD}" type="parTrans" cxnId="{B824599E-DBAF-4D9A-9AF0-DEFFA4C66D56}">
      <dgm:prSet/>
      <dgm:spPr/>
    </dgm:pt>
    <dgm:pt modelId="{927BD0AE-8C18-47C0-B225-7E61DD8ED270}" type="sibTrans" cxnId="{B824599E-DBAF-4D9A-9AF0-DEFFA4C66D56}">
      <dgm:prSet/>
      <dgm:spPr/>
    </dgm:pt>
    <dgm:pt modelId="{5BF806B9-3ABB-4F69-B736-1F5DD70EFAE1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SubSystem 3</a:t>
          </a:r>
        </a:p>
      </dgm:t>
    </dgm:pt>
    <dgm:pt modelId="{BA98A695-D035-4862-B65E-F7D70D1BF1BE}" type="parTrans" cxnId="{2E701A8E-84A3-48DC-8269-A980C2FF3E9F}">
      <dgm:prSet/>
      <dgm:spPr/>
    </dgm:pt>
    <dgm:pt modelId="{B71752D7-CD1A-416F-BADA-594F527A3CF1}" type="sibTrans" cxnId="{2E701A8E-84A3-48DC-8269-A980C2FF3E9F}">
      <dgm:prSet/>
      <dgm:spPr/>
    </dgm:pt>
    <dgm:pt modelId="{DFA96DF6-A73C-44D7-90D4-A2F8F7BDA055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SubSubSystem 1</a:t>
          </a:r>
        </a:p>
      </dgm:t>
    </dgm:pt>
    <dgm:pt modelId="{4960602C-8184-4CD5-BD05-203DDCD960AD}" type="parTrans" cxnId="{523C762D-E7E6-4ABA-8BD9-BBE6AEA6D49A}">
      <dgm:prSet/>
      <dgm:spPr/>
    </dgm:pt>
    <dgm:pt modelId="{0E235FAA-B0A4-4B53-BF81-397253059D27}" type="sibTrans" cxnId="{523C762D-E7E6-4ABA-8BD9-BBE6AEA6D49A}">
      <dgm:prSet/>
      <dgm:spPr/>
    </dgm:pt>
    <dgm:pt modelId="{30C35649-7908-4229-B9BE-C75679AA79C9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SubSubSystem 2</a:t>
          </a:r>
        </a:p>
      </dgm:t>
    </dgm:pt>
    <dgm:pt modelId="{6E937120-D80A-447A-95E3-1CEBE134959D}" type="parTrans" cxnId="{0887D25C-A807-41B9-8C99-DC25354B0DFD}">
      <dgm:prSet/>
      <dgm:spPr/>
    </dgm:pt>
    <dgm:pt modelId="{8F337978-CAD1-4CA9-BCC4-92D4F6564314}" type="sibTrans" cxnId="{0887D25C-A807-41B9-8C99-DC25354B0DFD}">
      <dgm:prSet/>
      <dgm:spPr/>
    </dgm:pt>
    <dgm:pt modelId="{816B2A65-D6E8-4A75-848F-9280A840CF29}" type="pres">
      <dgm:prSet presAssocID="{AC326DBD-8F9B-4FE8-89D0-2E86B13A67B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B78E41CF-EE7E-4AA6-80FB-6FAC04C3A46B}" type="pres">
      <dgm:prSet presAssocID="{701CCD5A-FA6C-4927-AE29-EC2C72E5BEC3}" presName="hierRoot1" presStyleCnt="0">
        <dgm:presLayoutVars>
          <dgm:hierBranch/>
        </dgm:presLayoutVars>
      </dgm:prSet>
      <dgm:spPr/>
    </dgm:pt>
    <dgm:pt modelId="{C1CE6D26-674D-4524-BA31-B2CBD4BBFB92}" type="pres">
      <dgm:prSet presAssocID="{701CCD5A-FA6C-4927-AE29-EC2C72E5BEC3}" presName="rootComposite1" presStyleCnt="0"/>
      <dgm:spPr/>
    </dgm:pt>
    <dgm:pt modelId="{7B1A2E82-F5FF-4ED9-B38D-7FFB62575C95}" type="pres">
      <dgm:prSet presAssocID="{701CCD5A-FA6C-4927-AE29-EC2C72E5BEC3}" presName="rootText1" presStyleLbl="node0" presStyleIdx="0" presStyleCnt="1">
        <dgm:presLayoutVars>
          <dgm:chPref val="3"/>
        </dgm:presLayoutVars>
      </dgm:prSet>
      <dgm:spPr/>
    </dgm:pt>
    <dgm:pt modelId="{41EFD2D3-C269-4341-8C9A-2FD78D4F98CF}" type="pres">
      <dgm:prSet presAssocID="{701CCD5A-FA6C-4927-AE29-EC2C72E5BEC3}" presName="rootConnector1" presStyleLbl="node1" presStyleIdx="0" presStyleCnt="0"/>
      <dgm:spPr/>
    </dgm:pt>
    <dgm:pt modelId="{B8722064-2C89-4FD6-8461-E3BB67D56CAB}" type="pres">
      <dgm:prSet presAssocID="{701CCD5A-FA6C-4927-AE29-EC2C72E5BEC3}" presName="hierChild2" presStyleCnt="0"/>
      <dgm:spPr/>
    </dgm:pt>
    <dgm:pt modelId="{C5DD16D5-E566-456C-BC07-B28E36C47392}" type="pres">
      <dgm:prSet presAssocID="{FBC80922-5B31-4CE5-8F14-FA7CB8872788}" presName="Name35" presStyleLbl="parChTrans1D2" presStyleIdx="0" presStyleCnt="3"/>
      <dgm:spPr/>
    </dgm:pt>
    <dgm:pt modelId="{3002B020-5B72-4456-960D-A2B1AEA2C709}" type="pres">
      <dgm:prSet presAssocID="{E7E57C58-8D8C-4321-9BEF-3669EAE851BB}" presName="hierRoot2" presStyleCnt="0">
        <dgm:presLayoutVars>
          <dgm:hierBranch val="r"/>
        </dgm:presLayoutVars>
      </dgm:prSet>
      <dgm:spPr/>
    </dgm:pt>
    <dgm:pt modelId="{75EA278C-283B-4F10-8E19-4448E0520660}" type="pres">
      <dgm:prSet presAssocID="{E7E57C58-8D8C-4321-9BEF-3669EAE851BB}" presName="rootComposite" presStyleCnt="0"/>
      <dgm:spPr/>
    </dgm:pt>
    <dgm:pt modelId="{21E4F779-1EA4-4131-9B01-F1F6C6B21503}" type="pres">
      <dgm:prSet presAssocID="{E7E57C58-8D8C-4321-9BEF-3669EAE851BB}" presName="rootText" presStyleLbl="node2" presStyleIdx="0" presStyleCnt="3">
        <dgm:presLayoutVars>
          <dgm:chPref val="3"/>
        </dgm:presLayoutVars>
      </dgm:prSet>
      <dgm:spPr/>
    </dgm:pt>
    <dgm:pt modelId="{19E89341-81E1-4AD4-9F8B-75023A0CAD1B}" type="pres">
      <dgm:prSet presAssocID="{E7E57C58-8D8C-4321-9BEF-3669EAE851BB}" presName="rootConnector" presStyleLbl="node2" presStyleIdx="0" presStyleCnt="3"/>
      <dgm:spPr/>
    </dgm:pt>
    <dgm:pt modelId="{2A5FD720-F820-4061-925F-A72BF20BD68F}" type="pres">
      <dgm:prSet presAssocID="{E7E57C58-8D8C-4321-9BEF-3669EAE851BB}" presName="hierChild4" presStyleCnt="0"/>
      <dgm:spPr/>
    </dgm:pt>
    <dgm:pt modelId="{182C4EB7-FF46-4EBE-959F-0D22F277CC41}" type="pres">
      <dgm:prSet presAssocID="{31038122-2BFE-465C-875A-203128285968}" presName="Name50" presStyleLbl="parChTrans1D3" presStyleIdx="0" presStyleCnt="8"/>
      <dgm:spPr/>
    </dgm:pt>
    <dgm:pt modelId="{22CAB442-B0B2-48A6-A738-402175B70DB9}" type="pres">
      <dgm:prSet presAssocID="{03B18BAD-951A-4654-A1F5-34CDF92136D7}" presName="hierRoot2" presStyleCnt="0">
        <dgm:presLayoutVars>
          <dgm:hierBranch val="r"/>
        </dgm:presLayoutVars>
      </dgm:prSet>
      <dgm:spPr/>
    </dgm:pt>
    <dgm:pt modelId="{752A5D57-7436-4411-98F8-EEE65DC3731B}" type="pres">
      <dgm:prSet presAssocID="{03B18BAD-951A-4654-A1F5-34CDF92136D7}" presName="rootComposite" presStyleCnt="0"/>
      <dgm:spPr/>
    </dgm:pt>
    <dgm:pt modelId="{1A129EF2-A0B1-43E8-AAF9-37509F02DE40}" type="pres">
      <dgm:prSet presAssocID="{03B18BAD-951A-4654-A1F5-34CDF92136D7}" presName="rootText" presStyleLbl="node3" presStyleIdx="0" presStyleCnt="8">
        <dgm:presLayoutVars>
          <dgm:chPref val="3"/>
        </dgm:presLayoutVars>
      </dgm:prSet>
      <dgm:spPr/>
    </dgm:pt>
    <dgm:pt modelId="{DED67EFB-7495-45BD-8D9F-27C74A19E2BB}" type="pres">
      <dgm:prSet presAssocID="{03B18BAD-951A-4654-A1F5-34CDF92136D7}" presName="rootConnector" presStyleLbl="node3" presStyleIdx="0" presStyleCnt="8"/>
      <dgm:spPr/>
    </dgm:pt>
    <dgm:pt modelId="{F8A40822-22D1-4F4C-8CBE-6F306A552073}" type="pres">
      <dgm:prSet presAssocID="{03B18BAD-951A-4654-A1F5-34CDF92136D7}" presName="hierChild4" presStyleCnt="0"/>
      <dgm:spPr/>
    </dgm:pt>
    <dgm:pt modelId="{DED01E0A-E4A9-4F28-BFA5-F270512914D4}" type="pres">
      <dgm:prSet presAssocID="{03B18BAD-951A-4654-A1F5-34CDF92136D7}" presName="hierChild5" presStyleCnt="0"/>
      <dgm:spPr/>
    </dgm:pt>
    <dgm:pt modelId="{0BE209BE-D04E-43CC-8632-CC29E68011A0}" type="pres">
      <dgm:prSet presAssocID="{9AD28C48-2345-4EE1-9EDE-E298AF7AE7F4}" presName="Name50" presStyleLbl="parChTrans1D3" presStyleIdx="1" presStyleCnt="8"/>
      <dgm:spPr/>
    </dgm:pt>
    <dgm:pt modelId="{A1583839-175F-4FEF-AF0D-9437719972B3}" type="pres">
      <dgm:prSet presAssocID="{59A7D646-01BA-4DEF-9CD0-F90267C0176E}" presName="hierRoot2" presStyleCnt="0">
        <dgm:presLayoutVars>
          <dgm:hierBranch val="r"/>
        </dgm:presLayoutVars>
      </dgm:prSet>
      <dgm:spPr/>
    </dgm:pt>
    <dgm:pt modelId="{C8C0A641-1397-4F5E-9D8A-8BCFA682DCA9}" type="pres">
      <dgm:prSet presAssocID="{59A7D646-01BA-4DEF-9CD0-F90267C0176E}" presName="rootComposite" presStyleCnt="0"/>
      <dgm:spPr/>
    </dgm:pt>
    <dgm:pt modelId="{B1F1D3E2-B416-4B63-92BC-60921617DA69}" type="pres">
      <dgm:prSet presAssocID="{59A7D646-01BA-4DEF-9CD0-F90267C0176E}" presName="rootText" presStyleLbl="node3" presStyleIdx="1" presStyleCnt="8">
        <dgm:presLayoutVars>
          <dgm:chPref val="3"/>
        </dgm:presLayoutVars>
      </dgm:prSet>
      <dgm:spPr/>
    </dgm:pt>
    <dgm:pt modelId="{29E19B4A-6A98-476E-BBB1-991AE2491188}" type="pres">
      <dgm:prSet presAssocID="{59A7D646-01BA-4DEF-9CD0-F90267C0176E}" presName="rootConnector" presStyleLbl="node3" presStyleIdx="1" presStyleCnt="8"/>
      <dgm:spPr/>
    </dgm:pt>
    <dgm:pt modelId="{E1AA18A1-14E8-464A-9406-EF5D50361C0C}" type="pres">
      <dgm:prSet presAssocID="{59A7D646-01BA-4DEF-9CD0-F90267C0176E}" presName="hierChild4" presStyleCnt="0"/>
      <dgm:spPr/>
    </dgm:pt>
    <dgm:pt modelId="{2E045EED-8272-4667-BE38-3A4FF0B086A7}" type="pres">
      <dgm:prSet presAssocID="{59A7D646-01BA-4DEF-9CD0-F90267C0176E}" presName="hierChild5" presStyleCnt="0"/>
      <dgm:spPr/>
    </dgm:pt>
    <dgm:pt modelId="{AD6A386A-00DA-4BE5-8F83-639929821A83}" type="pres">
      <dgm:prSet presAssocID="{CC0BB4D1-DEEF-4040-B0F9-1ACDDE25516D}" presName="Name50" presStyleLbl="parChTrans1D3" presStyleIdx="2" presStyleCnt="8"/>
      <dgm:spPr/>
    </dgm:pt>
    <dgm:pt modelId="{71FF56A3-570C-4F93-812A-7DA5F24597C9}" type="pres">
      <dgm:prSet presAssocID="{2885889D-714F-4D45-B4A4-5A7F1B251466}" presName="hierRoot2" presStyleCnt="0">
        <dgm:presLayoutVars>
          <dgm:hierBranch val="r"/>
        </dgm:presLayoutVars>
      </dgm:prSet>
      <dgm:spPr/>
    </dgm:pt>
    <dgm:pt modelId="{61357516-7897-4B3E-AD90-2F7616413F8B}" type="pres">
      <dgm:prSet presAssocID="{2885889D-714F-4D45-B4A4-5A7F1B251466}" presName="rootComposite" presStyleCnt="0"/>
      <dgm:spPr/>
    </dgm:pt>
    <dgm:pt modelId="{17AAB026-D75C-4AC0-AE84-5D1BF574F474}" type="pres">
      <dgm:prSet presAssocID="{2885889D-714F-4D45-B4A4-5A7F1B251466}" presName="rootText" presStyleLbl="node3" presStyleIdx="2" presStyleCnt="8">
        <dgm:presLayoutVars>
          <dgm:chPref val="3"/>
        </dgm:presLayoutVars>
      </dgm:prSet>
      <dgm:spPr/>
    </dgm:pt>
    <dgm:pt modelId="{D17DCC85-E4EE-4BFF-8506-9ECE5D7961A8}" type="pres">
      <dgm:prSet presAssocID="{2885889D-714F-4D45-B4A4-5A7F1B251466}" presName="rootConnector" presStyleLbl="node3" presStyleIdx="2" presStyleCnt="8"/>
      <dgm:spPr/>
    </dgm:pt>
    <dgm:pt modelId="{DBAD7157-5775-41CF-AA2D-F14A18A34ACC}" type="pres">
      <dgm:prSet presAssocID="{2885889D-714F-4D45-B4A4-5A7F1B251466}" presName="hierChild4" presStyleCnt="0"/>
      <dgm:spPr/>
    </dgm:pt>
    <dgm:pt modelId="{99EA1503-8134-4946-B03D-6AB483CC1C2D}" type="pres">
      <dgm:prSet presAssocID="{2885889D-714F-4D45-B4A4-5A7F1B251466}" presName="hierChild5" presStyleCnt="0"/>
      <dgm:spPr/>
    </dgm:pt>
    <dgm:pt modelId="{ED1EA30E-EE3F-4336-B6EB-417435CBEF63}" type="pres">
      <dgm:prSet presAssocID="{E7E57C58-8D8C-4321-9BEF-3669EAE851BB}" presName="hierChild5" presStyleCnt="0"/>
      <dgm:spPr/>
    </dgm:pt>
    <dgm:pt modelId="{72F6C659-C3D9-4145-8A7D-D07D47B0D107}" type="pres">
      <dgm:prSet presAssocID="{BB6326C9-EB67-4AA7-B400-319601CD8679}" presName="Name35" presStyleLbl="parChTrans1D2" presStyleIdx="1" presStyleCnt="3"/>
      <dgm:spPr/>
    </dgm:pt>
    <dgm:pt modelId="{5D8F0424-26A3-4F38-8164-E4C2174BC50E}" type="pres">
      <dgm:prSet presAssocID="{1596EFD9-5BDC-443B-A18E-4EF16E79DEA5}" presName="hierRoot2" presStyleCnt="0">
        <dgm:presLayoutVars>
          <dgm:hierBranch val="r"/>
        </dgm:presLayoutVars>
      </dgm:prSet>
      <dgm:spPr/>
    </dgm:pt>
    <dgm:pt modelId="{AF81488B-A2F0-42D9-ABF2-CAA864BDD9B6}" type="pres">
      <dgm:prSet presAssocID="{1596EFD9-5BDC-443B-A18E-4EF16E79DEA5}" presName="rootComposite" presStyleCnt="0"/>
      <dgm:spPr/>
    </dgm:pt>
    <dgm:pt modelId="{BCD7FDEC-EC7E-4688-A2BF-D7ACB5F469DA}" type="pres">
      <dgm:prSet presAssocID="{1596EFD9-5BDC-443B-A18E-4EF16E79DEA5}" presName="rootText" presStyleLbl="node2" presStyleIdx="1" presStyleCnt="3">
        <dgm:presLayoutVars>
          <dgm:chPref val="3"/>
        </dgm:presLayoutVars>
      </dgm:prSet>
      <dgm:spPr/>
    </dgm:pt>
    <dgm:pt modelId="{ED2469CA-CF41-4B2C-9EEC-33DF1AE926AC}" type="pres">
      <dgm:prSet presAssocID="{1596EFD9-5BDC-443B-A18E-4EF16E79DEA5}" presName="rootConnector" presStyleLbl="node2" presStyleIdx="1" presStyleCnt="3"/>
      <dgm:spPr/>
    </dgm:pt>
    <dgm:pt modelId="{DBCF2529-AE0B-4654-8450-B0CD0EB7CEC9}" type="pres">
      <dgm:prSet presAssocID="{1596EFD9-5BDC-443B-A18E-4EF16E79DEA5}" presName="hierChild4" presStyleCnt="0"/>
      <dgm:spPr/>
    </dgm:pt>
    <dgm:pt modelId="{59EFD8AF-8956-4B41-B488-85979666D71B}" type="pres">
      <dgm:prSet presAssocID="{8AE74302-BB34-48CF-B969-01D5DC542C33}" presName="Name50" presStyleLbl="parChTrans1D3" presStyleIdx="3" presStyleCnt="8"/>
      <dgm:spPr/>
    </dgm:pt>
    <dgm:pt modelId="{A1409CE0-07D4-412E-9AAC-B509396DCBD7}" type="pres">
      <dgm:prSet presAssocID="{85EB4F73-0DD1-4E65-B530-45E5E2BF02A8}" presName="hierRoot2" presStyleCnt="0">
        <dgm:presLayoutVars>
          <dgm:hierBranch val="r"/>
        </dgm:presLayoutVars>
      </dgm:prSet>
      <dgm:spPr/>
    </dgm:pt>
    <dgm:pt modelId="{430D44FF-9972-49AE-BF8C-800F369D5DBA}" type="pres">
      <dgm:prSet presAssocID="{85EB4F73-0DD1-4E65-B530-45E5E2BF02A8}" presName="rootComposite" presStyleCnt="0"/>
      <dgm:spPr/>
    </dgm:pt>
    <dgm:pt modelId="{12519675-88F6-4591-AF4A-BEF0BF3B2E90}" type="pres">
      <dgm:prSet presAssocID="{85EB4F73-0DD1-4E65-B530-45E5E2BF02A8}" presName="rootText" presStyleLbl="node3" presStyleIdx="3" presStyleCnt="8">
        <dgm:presLayoutVars>
          <dgm:chPref val="3"/>
        </dgm:presLayoutVars>
      </dgm:prSet>
      <dgm:spPr/>
    </dgm:pt>
    <dgm:pt modelId="{33E89930-478F-4048-8407-2BBFBE27C1FE}" type="pres">
      <dgm:prSet presAssocID="{85EB4F73-0DD1-4E65-B530-45E5E2BF02A8}" presName="rootConnector" presStyleLbl="node3" presStyleIdx="3" presStyleCnt="8"/>
      <dgm:spPr/>
    </dgm:pt>
    <dgm:pt modelId="{A06B0C12-5709-4B3B-B387-4BE27E4BCFF7}" type="pres">
      <dgm:prSet presAssocID="{85EB4F73-0DD1-4E65-B530-45E5E2BF02A8}" presName="hierChild4" presStyleCnt="0"/>
      <dgm:spPr/>
    </dgm:pt>
    <dgm:pt modelId="{55A8FF8D-7D28-4EA9-880D-A194D56C0D6E}" type="pres">
      <dgm:prSet presAssocID="{85EB4F73-0DD1-4E65-B530-45E5E2BF02A8}" presName="hierChild5" presStyleCnt="0"/>
      <dgm:spPr/>
    </dgm:pt>
    <dgm:pt modelId="{384431BB-E12C-4533-8249-315140C93031}" type="pres">
      <dgm:prSet presAssocID="{0FAB767B-7EDD-4953-8A44-9383AFE0E9E3}" presName="Name50" presStyleLbl="parChTrans1D3" presStyleIdx="4" presStyleCnt="8"/>
      <dgm:spPr/>
    </dgm:pt>
    <dgm:pt modelId="{B50DFD7F-18D5-43B3-AE91-0E607B8DFDD0}" type="pres">
      <dgm:prSet presAssocID="{F896FE96-BFD0-4D92-891A-CCB746385CF5}" presName="hierRoot2" presStyleCnt="0">
        <dgm:presLayoutVars>
          <dgm:hierBranch val="r"/>
        </dgm:presLayoutVars>
      </dgm:prSet>
      <dgm:spPr/>
    </dgm:pt>
    <dgm:pt modelId="{FCCC7E6A-4784-403F-8D60-7D1D83927072}" type="pres">
      <dgm:prSet presAssocID="{F896FE96-BFD0-4D92-891A-CCB746385CF5}" presName="rootComposite" presStyleCnt="0"/>
      <dgm:spPr/>
    </dgm:pt>
    <dgm:pt modelId="{DC4FAD18-9B66-481A-9660-9055EF59E9A1}" type="pres">
      <dgm:prSet presAssocID="{F896FE96-BFD0-4D92-891A-CCB746385CF5}" presName="rootText" presStyleLbl="node3" presStyleIdx="4" presStyleCnt="8">
        <dgm:presLayoutVars>
          <dgm:chPref val="3"/>
        </dgm:presLayoutVars>
      </dgm:prSet>
      <dgm:spPr/>
    </dgm:pt>
    <dgm:pt modelId="{748345BE-21C6-4014-85BC-C75A6A559CC4}" type="pres">
      <dgm:prSet presAssocID="{F896FE96-BFD0-4D92-891A-CCB746385CF5}" presName="rootConnector" presStyleLbl="node3" presStyleIdx="4" presStyleCnt="8"/>
      <dgm:spPr/>
    </dgm:pt>
    <dgm:pt modelId="{701F6E18-F38D-4498-B454-54AC7DC527E1}" type="pres">
      <dgm:prSet presAssocID="{F896FE96-BFD0-4D92-891A-CCB746385CF5}" presName="hierChild4" presStyleCnt="0"/>
      <dgm:spPr/>
    </dgm:pt>
    <dgm:pt modelId="{D73663F9-01EC-47E9-8143-AC7E46389019}" type="pres">
      <dgm:prSet presAssocID="{F896FE96-BFD0-4D92-891A-CCB746385CF5}" presName="hierChild5" presStyleCnt="0"/>
      <dgm:spPr/>
    </dgm:pt>
    <dgm:pt modelId="{5571B029-76F3-494A-8346-720370173C53}" type="pres">
      <dgm:prSet presAssocID="{74969CCE-294D-42B2-8232-08F7559013FD}" presName="Name50" presStyleLbl="parChTrans1D3" presStyleIdx="5" presStyleCnt="8"/>
      <dgm:spPr/>
    </dgm:pt>
    <dgm:pt modelId="{C1E719F2-C1B5-4D3F-8A66-7253A6D95425}" type="pres">
      <dgm:prSet presAssocID="{5F1B77A3-D886-48C9-994E-C727504718FE}" presName="hierRoot2" presStyleCnt="0">
        <dgm:presLayoutVars>
          <dgm:hierBranch val="r"/>
        </dgm:presLayoutVars>
      </dgm:prSet>
      <dgm:spPr/>
    </dgm:pt>
    <dgm:pt modelId="{5917A71D-A917-49F2-9F4F-4651C1241197}" type="pres">
      <dgm:prSet presAssocID="{5F1B77A3-D886-48C9-994E-C727504718FE}" presName="rootComposite" presStyleCnt="0"/>
      <dgm:spPr/>
    </dgm:pt>
    <dgm:pt modelId="{B70B7FE0-C69A-4E2F-866D-5D091C97E35E}" type="pres">
      <dgm:prSet presAssocID="{5F1B77A3-D886-48C9-994E-C727504718FE}" presName="rootText" presStyleLbl="node3" presStyleIdx="5" presStyleCnt="8">
        <dgm:presLayoutVars>
          <dgm:chPref val="3"/>
        </dgm:presLayoutVars>
      </dgm:prSet>
      <dgm:spPr/>
    </dgm:pt>
    <dgm:pt modelId="{C7126541-15EB-4B75-869F-76C70DE91AD5}" type="pres">
      <dgm:prSet presAssocID="{5F1B77A3-D886-48C9-994E-C727504718FE}" presName="rootConnector" presStyleLbl="node3" presStyleIdx="5" presStyleCnt="8"/>
      <dgm:spPr/>
    </dgm:pt>
    <dgm:pt modelId="{171B24DF-15BC-49D7-80A5-4DA63A9D86BE}" type="pres">
      <dgm:prSet presAssocID="{5F1B77A3-D886-48C9-994E-C727504718FE}" presName="hierChild4" presStyleCnt="0"/>
      <dgm:spPr/>
    </dgm:pt>
    <dgm:pt modelId="{B41439C5-30EE-4586-8089-902039DE5D33}" type="pres">
      <dgm:prSet presAssocID="{5F1B77A3-D886-48C9-994E-C727504718FE}" presName="hierChild5" presStyleCnt="0"/>
      <dgm:spPr/>
    </dgm:pt>
    <dgm:pt modelId="{16995268-58CC-482B-A9AF-67D2CA669CAD}" type="pres">
      <dgm:prSet presAssocID="{1596EFD9-5BDC-443B-A18E-4EF16E79DEA5}" presName="hierChild5" presStyleCnt="0"/>
      <dgm:spPr/>
    </dgm:pt>
    <dgm:pt modelId="{2800B325-5598-4652-80BC-3A196C023A3F}" type="pres">
      <dgm:prSet presAssocID="{BA98A695-D035-4862-B65E-F7D70D1BF1BE}" presName="Name35" presStyleLbl="parChTrans1D2" presStyleIdx="2" presStyleCnt="3"/>
      <dgm:spPr/>
    </dgm:pt>
    <dgm:pt modelId="{8AB86B80-23BB-41C7-B497-8B9B8510D467}" type="pres">
      <dgm:prSet presAssocID="{5BF806B9-3ABB-4F69-B736-1F5DD70EFAE1}" presName="hierRoot2" presStyleCnt="0">
        <dgm:presLayoutVars>
          <dgm:hierBranch val="r"/>
        </dgm:presLayoutVars>
      </dgm:prSet>
      <dgm:spPr/>
    </dgm:pt>
    <dgm:pt modelId="{31D918F9-1FDC-43FE-864A-C0E4F96C3D30}" type="pres">
      <dgm:prSet presAssocID="{5BF806B9-3ABB-4F69-B736-1F5DD70EFAE1}" presName="rootComposite" presStyleCnt="0"/>
      <dgm:spPr/>
    </dgm:pt>
    <dgm:pt modelId="{2D11FD18-CAD7-4633-AEC9-BB5C1D529456}" type="pres">
      <dgm:prSet presAssocID="{5BF806B9-3ABB-4F69-B736-1F5DD70EFAE1}" presName="rootText" presStyleLbl="node2" presStyleIdx="2" presStyleCnt="3">
        <dgm:presLayoutVars>
          <dgm:chPref val="3"/>
        </dgm:presLayoutVars>
      </dgm:prSet>
      <dgm:spPr/>
    </dgm:pt>
    <dgm:pt modelId="{6FF25691-F611-479D-B7C9-0FB63155A260}" type="pres">
      <dgm:prSet presAssocID="{5BF806B9-3ABB-4F69-B736-1F5DD70EFAE1}" presName="rootConnector" presStyleLbl="node2" presStyleIdx="2" presStyleCnt="3"/>
      <dgm:spPr/>
    </dgm:pt>
    <dgm:pt modelId="{79AEFF1D-7F6A-426A-B4FD-3E869DDB9902}" type="pres">
      <dgm:prSet presAssocID="{5BF806B9-3ABB-4F69-B736-1F5DD70EFAE1}" presName="hierChild4" presStyleCnt="0"/>
      <dgm:spPr/>
    </dgm:pt>
    <dgm:pt modelId="{B9C0E30D-FDB4-4257-B6B9-55DA3BEC1655}" type="pres">
      <dgm:prSet presAssocID="{4960602C-8184-4CD5-BD05-203DDCD960AD}" presName="Name50" presStyleLbl="parChTrans1D3" presStyleIdx="6" presStyleCnt="8"/>
      <dgm:spPr/>
    </dgm:pt>
    <dgm:pt modelId="{2908F70E-3E5C-4014-B726-C1FF7D9A99DB}" type="pres">
      <dgm:prSet presAssocID="{DFA96DF6-A73C-44D7-90D4-A2F8F7BDA055}" presName="hierRoot2" presStyleCnt="0">
        <dgm:presLayoutVars>
          <dgm:hierBranch val="r"/>
        </dgm:presLayoutVars>
      </dgm:prSet>
      <dgm:spPr/>
    </dgm:pt>
    <dgm:pt modelId="{4D96D3C5-E07B-406A-8200-D54852D01D6F}" type="pres">
      <dgm:prSet presAssocID="{DFA96DF6-A73C-44D7-90D4-A2F8F7BDA055}" presName="rootComposite" presStyleCnt="0"/>
      <dgm:spPr/>
    </dgm:pt>
    <dgm:pt modelId="{DE91A19E-DB65-4E8B-B9F5-5EFA999EB8E7}" type="pres">
      <dgm:prSet presAssocID="{DFA96DF6-A73C-44D7-90D4-A2F8F7BDA055}" presName="rootText" presStyleLbl="node3" presStyleIdx="6" presStyleCnt="8">
        <dgm:presLayoutVars>
          <dgm:chPref val="3"/>
        </dgm:presLayoutVars>
      </dgm:prSet>
      <dgm:spPr/>
    </dgm:pt>
    <dgm:pt modelId="{6A9F13A7-3956-42E3-8F81-FF2C21912615}" type="pres">
      <dgm:prSet presAssocID="{DFA96DF6-A73C-44D7-90D4-A2F8F7BDA055}" presName="rootConnector" presStyleLbl="node3" presStyleIdx="6" presStyleCnt="8"/>
      <dgm:spPr/>
    </dgm:pt>
    <dgm:pt modelId="{AEC1E3EA-A405-400B-83AD-61054564F89B}" type="pres">
      <dgm:prSet presAssocID="{DFA96DF6-A73C-44D7-90D4-A2F8F7BDA055}" presName="hierChild4" presStyleCnt="0"/>
      <dgm:spPr/>
    </dgm:pt>
    <dgm:pt modelId="{D692DC09-16A7-4350-BAFD-AFE9BDB607A9}" type="pres">
      <dgm:prSet presAssocID="{DFA96DF6-A73C-44D7-90D4-A2F8F7BDA055}" presName="hierChild5" presStyleCnt="0"/>
      <dgm:spPr/>
    </dgm:pt>
    <dgm:pt modelId="{F1F3D236-2660-4866-998F-4F6D7773AF3D}" type="pres">
      <dgm:prSet presAssocID="{6E937120-D80A-447A-95E3-1CEBE134959D}" presName="Name50" presStyleLbl="parChTrans1D3" presStyleIdx="7" presStyleCnt="8"/>
      <dgm:spPr/>
    </dgm:pt>
    <dgm:pt modelId="{AD383316-0D2A-4B13-AA54-C222791520DE}" type="pres">
      <dgm:prSet presAssocID="{30C35649-7908-4229-B9BE-C75679AA79C9}" presName="hierRoot2" presStyleCnt="0">
        <dgm:presLayoutVars>
          <dgm:hierBranch val="r"/>
        </dgm:presLayoutVars>
      </dgm:prSet>
      <dgm:spPr/>
    </dgm:pt>
    <dgm:pt modelId="{405150CF-16B0-4352-B28C-0B5EDA8F7C06}" type="pres">
      <dgm:prSet presAssocID="{30C35649-7908-4229-B9BE-C75679AA79C9}" presName="rootComposite" presStyleCnt="0"/>
      <dgm:spPr/>
    </dgm:pt>
    <dgm:pt modelId="{114AFC95-315F-4751-8F09-A6F59FEBE07D}" type="pres">
      <dgm:prSet presAssocID="{30C35649-7908-4229-B9BE-C75679AA79C9}" presName="rootText" presStyleLbl="node3" presStyleIdx="7" presStyleCnt="8">
        <dgm:presLayoutVars>
          <dgm:chPref val="3"/>
        </dgm:presLayoutVars>
      </dgm:prSet>
      <dgm:spPr/>
    </dgm:pt>
    <dgm:pt modelId="{58B2BFAE-5394-46C9-AF10-92526DC60048}" type="pres">
      <dgm:prSet presAssocID="{30C35649-7908-4229-B9BE-C75679AA79C9}" presName="rootConnector" presStyleLbl="node3" presStyleIdx="7" presStyleCnt="8"/>
      <dgm:spPr/>
    </dgm:pt>
    <dgm:pt modelId="{EDB61474-B5DD-4B9B-A9EC-BD3165C04BDD}" type="pres">
      <dgm:prSet presAssocID="{30C35649-7908-4229-B9BE-C75679AA79C9}" presName="hierChild4" presStyleCnt="0"/>
      <dgm:spPr/>
    </dgm:pt>
    <dgm:pt modelId="{8A50CE58-E182-4A01-A607-000586A4F2D6}" type="pres">
      <dgm:prSet presAssocID="{30C35649-7908-4229-B9BE-C75679AA79C9}" presName="hierChild5" presStyleCnt="0"/>
      <dgm:spPr/>
    </dgm:pt>
    <dgm:pt modelId="{4B528CA6-6363-4642-9788-77BF99C10818}" type="pres">
      <dgm:prSet presAssocID="{5BF806B9-3ABB-4F69-B736-1F5DD70EFAE1}" presName="hierChild5" presStyleCnt="0"/>
      <dgm:spPr/>
    </dgm:pt>
    <dgm:pt modelId="{14C355B9-CE16-4F10-9039-05F288802FED}" type="pres">
      <dgm:prSet presAssocID="{701CCD5A-FA6C-4927-AE29-EC2C72E5BEC3}" presName="hierChild3" presStyleCnt="0"/>
      <dgm:spPr/>
    </dgm:pt>
  </dgm:ptLst>
  <dgm:cxnLst>
    <dgm:cxn modelId="{1F031000-7281-4E8B-B0D0-B5CD6643E9E0}" srcId="{1596EFD9-5BDC-443B-A18E-4EF16E79DEA5}" destId="{F896FE96-BFD0-4D92-891A-CCB746385CF5}" srcOrd="1" destOrd="0" parTransId="{0FAB767B-7EDD-4953-8A44-9383AFE0E9E3}" sibTransId="{362D5100-6ACF-4001-A0F7-A2DAB0FA5AD6}"/>
    <dgm:cxn modelId="{E5415406-510C-47A9-8ACC-7C15565B9BB9}" type="presOf" srcId="{BA98A695-D035-4862-B65E-F7D70D1BF1BE}" destId="{2800B325-5598-4652-80BC-3A196C023A3F}" srcOrd="0" destOrd="0" presId="urn:microsoft.com/office/officeart/2005/8/layout/orgChart1"/>
    <dgm:cxn modelId="{250C8607-8415-48CA-88EE-CEB4159E86CD}" type="presOf" srcId="{03B18BAD-951A-4654-A1F5-34CDF92136D7}" destId="{1A129EF2-A0B1-43E8-AAF9-37509F02DE40}" srcOrd="0" destOrd="0" presId="urn:microsoft.com/office/officeart/2005/8/layout/orgChart1"/>
    <dgm:cxn modelId="{44D69209-8C2F-4C6C-BBA5-C0822DDA85F0}" type="presOf" srcId="{8AE74302-BB34-48CF-B969-01D5DC542C33}" destId="{59EFD8AF-8956-4B41-B488-85979666D71B}" srcOrd="0" destOrd="0" presId="urn:microsoft.com/office/officeart/2005/8/layout/orgChart1"/>
    <dgm:cxn modelId="{5056F70E-A698-4439-8C83-35A6969BDF41}" type="presOf" srcId="{9AD28C48-2345-4EE1-9EDE-E298AF7AE7F4}" destId="{0BE209BE-D04E-43CC-8632-CC29E68011A0}" srcOrd="0" destOrd="0" presId="urn:microsoft.com/office/officeart/2005/8/layout/orgChart1"/>
    <dgm:cxn modelId="{7EA82215-B1A7-4C91-B859-1778F260BE33}" srcId="{1596EFD9-5BDC-443B-A18E-4EF16E79DEA5}" destId="{85EB4F73-0DD1-4E65-B530-45E5E2BF02A8}" srcOrd="0" destOrd="0" parTransId="{8AE74302-BB34-48CF-B969-01D5DC542C33}" sibTransId="{6086CDA4-D545-42B4-8617-FB2DA7D2E87F}"/>
    <dgm:cxn modelId="{FAAD3E16-825F-48EB-ADF6-D8759193285B}" type="presOf" srcId="{5BF806B9-3ABB-4F69-B736-1F5DD70EFAE1}" destId="{2D11FD18-CAD7-4633-AEC9-BB5C1D529456}" srcOrd="0" destOrd="0" presId="urn:microsoft.com/office/officeart/2005/8/layout/orgChart1"/>
    <dgm:cxn modelId="{00828521-D665-4438-811E-4C53EEAAC194}" srcId="{E7E57C58-8D8C-4321-9BEF-3669EAE851BB}" destId="{2885889D-714F-4D45-B4A4-5A7F1B251466}" srcOrd="2" destOrd="0" parTransId="{CC0BB4D1-DEEF-4040-B0F9-1ACDDE25516D}" sibTransId="{821B6EA3-AE3F-4385-8A5D-390269B87D86}"/>
    <dgm:cxn modelId="{81264E28-41E5-489D-9993-59CBF55F9A83}" type="presOf" srcId="{701CCD5A-FA6C-4927-AE29-EC2C72E5BEC3}" destId="{41EFD2D3-C269-4341-8C9A-2FD78D4F98CF}" srcOrd="1" destOrd="0" presId="urn:microsoft.com/office/officeart/2005/8/layout/orgChart1"/>
    <dgm:cxn modelId="{0358472D-578A-4A70-B13D-2EFA705AC996}" type="presOf" srcId="{E7E57C58-8D8C-4321-9BEF-3669EAE851BB}" destId="{21E4F779-1EA4-4131-9B01-F1F6C6B21503}" srcOrd="0" destOrd="0" presId="urn:microsoft.com/office/officeart/2005/8/layout/orgChart1"/>
    <dgm:cxn modelId="{523C762D-E7E6-4ABA-8BD9-BBE6AEA6D49A}" srcId="{5BF806B9-3ABB-4F69-B736-1F5DD70EFAE1}" destId="{DFA96DF6-A73C-44D7-90D4-A2F8F7BDA055}" srcOrd="0" destOrd="0" parTransId="{4960602C-8184-4CD5-BD05-203DDCD960AD}" sibTransId="{0E235FAA-B0A4-4B53-BF81-397253059D27}"/>
    <dgm:cxn modelId="{F4CA1733-12AD-414A-9D7B-D52C875E9E3D}" type="presOf" srcId="{74969CCE-294D-42B2-8232-08F7559013FD}" destId="{5571B029-76F3-494A-8346-720370173C53}" srcOrd="0" destOrd="0" presId="urn:microsoft.com/office/officeart/2005/8/layout/orgChart1"/>
    <dgm:cxn modelId="{E4963936-FA29-4D08-B539-CBC6EF96FD43}" type="presOf" srcId="{1596EFD9-5BDC-443B-A18E-4EF16E79DEA5}" destId="{ED2469CA-CF41-4B2C-9EEC-33DF1AE926AC}" srcOrd="1" destOrd="0" presId="urn:microsoft.com/office/officeart/2005/8/layout/orgChart1"/>
    <dgm:cxn modelId="{3D64753D-2A23-4EF3-B61F-7C5DA1FEEC12}" type="presOf" srcId="{1596EFD9-5BDC-443B-A18E-4EF16E79DEA5}" destId="{BCD7FDEC-EC7E-4688-A2BF-D7ACB5F469DA}" srcOrd="0" destOrd="0" presId="urn:microsoft.com/office/officeart/2005/8/layout/orgChart1"/>
    <dgm:cxn modelId="{0887D25C-A807-41B9-8C99-DC25354B0DFD}" srcId="{5BF806B9-3ABB-4F69-B736-1F5DD70EFAE1}" destId="{30C35649-7908-4229-B9BE-C75679AA79C9}" srcOrd="1" destOrd="0" parTransId="{6E937120-D80A-447A-95E3-1CEBE134959D}" sibTransId="{8F337978-CAD1-4CA9-BCC4-92D4F6564314}"/>
    <dgm:cxn modelId="{9D223C5E-641A-44EA-B070-DC2262D597A4}" srcId="{E7E57C58-8D8C-4321-9BEF-3669EAE851BB}" destId="{03B18BAD-951A-4654-A1F5-34CDF92136D7}" srcOrd="0" destOrd="0" parTransId="{31038122-2BFE-465C-875A-203128285968}" sibTransId="{C386FD1E-2244-4B30-9517-F05D6D572565}"/>
    <dgm:cxn modelId="{ABCD9F41-7FA6-4A0D-ABD4-0D32FA984CCD}" type="presOf" srcId="{59A7D646-01BA-4DEF-9CD0-F90267C0176E}" destId="{B1F1D3E2-B416-4B63-92BC-60921617DA69}" srcOrd="0" destOrd="0" presId="urn:microsoft.com/office/officeart/2005/8/layout/orgChart1"/>
    <dgm:cxn modelId="{2CD63C42-50DE-4713-A814-CCCAED1162A0}" srcId="{AC326DBD-8F9B-4FE8-89D0-2E86B13A67B9}" destId="{701CCD5A-FA6C-4927-AE29-EC2C72E5BEC3}" srcOrd="0" destOrd="0" parTransId="{0C007AE8-4227-48A9-B564-A529B402BD55}" sibTransId="{732748DE-264B-428A-B875-BC9E2A142DCE}"/>
    <dgm:cxn modelId="{B56BCF62-8D1B-47F6-AD46-ED56E379136F}" type="presOf" srcId="{DFA96DF6-A73C-44D7-90D4-A2F8F7BDA055}" destId="{DE91A19E-DB65-4E8B-B9F5-5EFA999EB8E7}" srcOrd="0" destOrd="0" presId="urn:microsoft.com/office/officeart/2005/8/layout/orgChart1"/>
    <dgm:cxn modelId="{09904F45-7879-423D-ADA5-3B2A3027A13D}" type="presOf" srcId="{30C35649-7908-4229-B9BE-C75679AA79C9}" destId="{58B2BFAE-5394-46C9-AF10-92526DC60048}" srcOrd="1" destOrd="0" presId="urn:microsoft.com/office/officeart/2005/8/layout/orgChart1"/>
    <dgm:cxn modelId="{5FACED46-96EC-4F92-8E16-2F40E73D3A76}" type="presOf" srcId="{2885889D-714F-4D45-B4A4-5A7F1B251466}" destId="{17AAB026-D75C-4AC0-AE84-5D1BF574F474}" srcOrd="0" destOrd="0" presId="urn:microsoft.com/office/officeart/2005/8/layout/orgChart1"/>
    <dgm:cxn modelId="{B54D1C67-4631-4376-8A25-362B65604214}" type="presOf" srcId="{4960602C-8184-4CD5-BD05-203DDCD960AD}" destId="{B9C0E30D-FDB4-4257-B6B9-55DA3BEC1655}" srcOrd="0" destOrd="0" presId="urn:microsoft.com/office/officeart/2005/8/layout/orgChart1"/>
    <dgm:cxn modelId="{CAA22C73-012D-4361-BDB8-C618C98DA4C3}" type="presOf" srcId="{F896FE96-BFD0-4D92-891A-CCB746385CF5}" destId="{DC4FAD18-9B66-481A-9660-9055EF59E9A1}" srcOrd="0" destOrd="0" presId="urn:microsoft.com/office/officeart/2005/8/layout/orgChart1"/>
    <dgm:cxn modelId="{3EAA605A-2B98-4196-8E33-81B361ABB8BE}" type="presOf" srcId="{5F1B77A3-D886-48C9-994E-C727504718FE}" destId="{B70B7FE0-C69A-4E2F-866D-5D091C97E35E}" srcOrd="0" destOrd="0" presId="urn:microsoft.com/office/officeart/2005/8/layout/orgChart1"/>
    <dgm:cxn modelId="{95B51680-D2CD-45D1-8CFA-5F8AFAA36C34}" type="presOf" srcId="{85EB4F73-0DD1-4E65-B530-45E5E2BF02A8}" destId="{33E89930-478F-4048-8407-2BBFBE27C1FE}" srcOrd="1" destOrd="0" presId="urn:microsoft.com/office/officeart/2005/8/layout/orgChart1"/>
    <dgm:cxn modelId="{5BEEAF84-A770-4B98-98C2-AEE0CE95B07D}" type="presOf" srcId="{31038122-2BFE-465C-875A-203128285968}" destId="{182C4EB7-FF46-4EBE-959F-0D22F277CC41}" srcOrd="0" destOrd="0" presId="urn:microsoft.com/office/officeart/2005/8/layout/orgChart1"/>
    <dgm:cxn modelId="{91FA5B87-901E-48AE-BC9D-AEC9B3A622B3}" srcId="{701CCD5A-FA6C-4927-AE29-EC2C72E5BEC3}" destId="{E7E57C58-8D8C-4321-9BEF-3669EAE851BB}" srcOrd="0" destOrd="0" parTransId="{FBC80922-5B31-4CE5-8F14-FA7CB8872788}" sibTransId="{482D7C51-CD8A-4DB2-9268-0C355B818150}"/>
    <dgm:cxn modelId="{B3A2128B-5531-4E70-8AAD-8B5B5F69501D}" type="presOf" srcId="{5F1B77A3-D886-48C9-994E-C727504718FE}" destId="{C7126541-15EB-4B75-869F-76C70DE91AD5}" srcOrd="1" destOrd="0" presId="urn:microsoft.com/office/officeart/2005/8/layout/orgChart1"/>
    <dgm:cxn modelId="{2E701A8E-84A3-48DC-8269-A980C2FF3E9F}" srcId="{701CCD5A-FA6C-4927-AE29-EC2C72E5BEC3}" destId="{5BF806B9-3ABB-4F69-B736-1F5DD70EFAE1}" srcOrd="2" destOrd="0" parTransId="{BA98A695-D035-4862-B65E-F7D70D1BF1BE}" sibTransId="{B71752D7-CD1A-416F-BADA-594F527A3CF1}"/>
    <dgm:cxn modelId="{9D7E688E-4817-40A8-9FDE-DAC4A6D00627}" type="presOf" srcId="{2885889D-714F-4D45-B4A4-5A7F1B251466}" destId="{D17DCC85-E4EE-4BFF-8506-9ECE5D7961A8}" srcOrd="1" destOrd="0" presId="urn:microsoft.com/office/officeart/2005/8/layout/orgChart1"/>
    <dgm:cxn modelId="{0ACDEF95-415A-4CC3-BE75-B0AE0DDC19D8}" type="presOf" srcId="{30C35649-7908-4229-B9BE-C75679AA79C9}" destId="{114AFC95-315F-4751-8F09-A6F59FEBE07D}" srcOrd="0" destOrd="0" presId="urn:microsoft.com/office/officeart/2005/8/layout/orgChart1"/>
    <dgm:cxn modelId="{EC3FC59A-121D-4EF8-83A0-AAE020604370}" type="presOf" srcId="{03B18BAD-951A-4654-A1F5-34CDF92136D7}" destId="{DED67EFB-7495-45BD-8D9F-27C74A19E2BB}" srcOrd="1" destOrd="0" presId="urn:microsoft.com/office/officeart/2005/8/layout/orgChart1"/>
    <dgm:cxn modelId="{99C8049E-CD48-4EA4-8836-17AAAAD68B41}" type="presOf" srcId="{59A7D646-01BA-4DEF-9CD0-F90267C0176E}" destId="{29E19B4A-6A98-476E-BBB1-991AE2491188}" srcOrd="1" destOrd="0" presId="urn:microsoft.com/office/officeart/2005/8/layout/orgChart1"/>
    <dgm:cxn modelId="{B824599E-DBAF-4D9A-9AF0-DEFFA4C66D56}" srcId="{1596EFD9-5BDC-443B-A18E-4EF16E79DEA5}" destId="{5F1B77A3-D886-48C9-994E-C727504718FE}" srcOrd="2" destOrd="0" parTransId="{74969CCE-294D-42B2-8232-08F7559013FD}" sibTransId="{927BD0AE-8C18-47C0-B225-7E61DD8ED270}"/>
    <dgm:cxn modelId="{C522DCA3-35A1-4F86-BA9E-77B0C82F4006}" type="presOf" srcId="{701CCD5A-FA6C-4927-AE29-EC2C72E5BEC3}" destId="{7B1A2E82-F5FF-4ED9-B38D-7FFB62575C95}" srcOrd="0" destOrd="0" presId="urn:microsoft.com/office/officeart/2005/8/layout/orgChart1"/>
    <dgm:cxn modelId="{160AFAA4-7E8F-4078-9B8F-7916A9AB6EFA}" type="presOf" srcId="{5BF806B9-3ABB-4F69-B736-1F5DD70EFAE1}" destId="{6FF25691-F611-479D-B7C9-0FB63155A260}" srcOrd="1" destOrd="0" presId="urn:microsoft.com/office/officeart/2005/8/layout/orgChart1"/>
    <dgm:cxn modelId="{D04993AA-73F7-4F09-9BEE-0FB144E7CFF6}" type="presOf" srcId="{E7E57C58-8D8C-4321-9BEF-3669EAE851BB}" destId="{19E89341-81E1-4AD4-9F8B-75023A0CAD1B}" srcOrd="1" destOrd="0" presId="urn:microsoft.com/office/officeart/2005/8/layout/orgChart1"/>
    <dgm:cxn modelId="{131C45B0-E4A8-4ACF-89DE-AFBC111F7C37}" type="presOf" srcId="{F896FE96-BFD0-4D92-891A-CCB746385CF5}" destId="{748345BE-21C6-4014-85BC-C75A6A559CC4}" srcOrd="1" destOrd="0" presId="urn:microsoft.com/office/officeart/2005/8/layout/orgChart1"/>
    <dgm:cxn modelId="{97C501B5-F429-493E-B102-723277D37CB0}" type="presOf" srcId="{6E937120-D80A-447A-95E3-1CEBE134959D}" destId="{F1F3D236-2660-4866-998F-4F6D7773AF3D}" srcOrd="0" destOrd="0" presId="urn:microsoft.com/office/officeart/2005/8/layout/orgChart1"/>
    <dgm:cxn modelId="{169C97B6-E85E-4201-99FC-169ECA890503}" type="presOf" srcId="{CC0BB4D1-DEEF-4040-B0F9-1ACDDE25516D}" destId="{AD6A386A-00DA-4BE5-8F83-639929821A83}" srcOrd="0" destOrd="0" presId="urn:microsoft.com/office/officeart/2005/8/layout/orgChart1"/>
    <dgm:cxn modelId="{754609C4-1E42-4F26-9B36-49BA4F6B496D}" type="presOf" srcId="{FBC80922-5B31-4CE5-8F14-FA7CB8872788}" destId="{C5DD16D5-E566-456C-BC07-B28E36C47392}" srcOrd="0" destOrd="0" presId="urn:microsoft.com/office/officeart/2005/8/layout/orgChart1"/>
    <dgm:cxn modelId="{B82C4ACB-A3E4-4231-BACF-FAE0427B232E}" type="presOf" srcId="{AC326DBD-8F9B-4FE8-89D0-2E86B13A67B9}" destId="{816B2A65-D6E8-4A75-848F-9280A840CF29}" srcOrd="0" destOrd="0" presId="urn:microsoft.com/office/officeart/2005/8/layout/orgChart1"/>
    <dgm:cxn modelId="{7E2933D3-AD7A-4EC3-B78B-54ACFCCDCE17}" type="presOf" srcId="{0FAB767B-7EDD-4953-8A44-9383AFE0E9E3}" destId="{384431BB-E12C-4533-8249-315140C93031}" srcOrd="0" destOrd="0" presId="urn:microsoft.com/office/officeart/2005/8/layout/orgChart1"/>
    <dgm:cxn modelId="{D45B8CD3-333A-42A6-8EE1-577BDB23898D}" type="presOf" srcId="{BB6326C9-EB67-4AA7-B400-319601CD8679}" destId="{72F6C659-C3D9-4145-8A7D-D07D47B0D107}" srcOrd="0" destOrd="0" presId="urn:microsoft.com/office/officeart/2005/8/layout/orgChart1"/>
    <dgm:cxn modelId="{E5D4B1D9-5612-4BEA-A0B5-ACC0C877FE14}" type="presOf" srcId="{85EB4F73-0DD1-4E65-B530-45E5E2BF02A8}" destId="{12519675-88F6-4591-AF4A-BEF0BF3B2E90}" srcOrd="0" destOrd="0" presId="urn:microsoft.com/office/officeart/2005/8/layout/orgChart1"/>
    <dgm:cxn modelId="{CCE03DDC-0FF5-4C30-BC58-14D56134CCA5}" srcId="{E7E57C58-8D8C-4321-9BEF-3669EAE851BB}" destId="{59A7D646-01BA-4DEF-9CD0-F90267C0176E}" srcOrd="1" destOrd="0" parTransId="{9AD28C48-2345-4EE1-9EDE-E298AF7AE7F4}" sibTransId="{2DF89353-CBBB-4159-AFBA-D7F572813D5E}"/>
    <dgm:cxn modelId="{592356E4-B5C0-4BDA-9AD0-A293AD4798C1}" srcId="{701CCD5A-FA6C-4927-AE29-EC2C72E5BEC3}" destId="{1596EFD9-5BDC-443B-A18E-4EF16E79DEA5}" srcOrd="1" destOrd="0" parTransId="{BB6326C9-EB67-4AA7-B400-319601CD8679}" sibTransId="{DDCF4B4E-757D-49CD-AEBA-57CF013CBB33}"/>
    <dgm:cxn modelId="{A4AD91F5-4430-46E9-9353-4DB5DB6C894A}" type="presOf" srcId="{DFA96DF6-A73C-44D7-90D4-A2F8F7BDA055}" destId="{6A9F13A7-3956-42E3-8F81-FF2C21912615}" srcOrd="1" destOrd="0" presId="urn:microsoft.com/office/officeart/2005/8/layout/orgChart1"/>
    <dgm:cxn modelId="{1D006169-4160-455D-84F8-B952EE8207CE}" type="presParOf" srcId="{816B2A65-D6E8-4A75-848F-9280A840CF29}" destId="{B78E41CF-EE7E-4AA6-80FB-6FAC04C3A46B}" srcOrd="0" destOrd="0" presId="urn:microsoft.com/office/officeart/2005/8/layout/orgChart1"/>
    <dgm:cxn modelId="{112AF27B-2C59-4944-8A4A-04C952665F24}" type="presParOf" srcId="{B78E41CF-EE7E-4AA6-80FB-6FAC04C3A46B}" destId="{C1CE6D26-674D-4524-BA31-B2CBD4BBFB92}" srcOrd="0" destOrd="0" presId="urn:microsoft.com/office/officeart/2005/8/layout/orgChart1"/>
    <dgm:cxn modelId="{2A6C83DE-38B8-4157-9382-0EBBEDC6F8FD}" type="presParOf" srcId="{C1CE6D26-674D-4524-BA31-B2CBD4BBFB92}" destId="{7B1A2E82-F5FF-4ED9-B38D-7FFB62575C95}" srcOrd="0" destOrd="0" presId="urn:microsoft.com/office/officeart/2005/8/layout/orgChart1"/>
    <dgm:cxn modelId="{490B5EFA-B9E9-4EA5-9C43-D41A2E230D99}" type="presParOf" srcId="{C1CE6D26-674D-4524-BA31-B2CBD4BBFB92}" destId="{41EFD2D3-C269-4341-8C9A-2FD78D4F98CF}" srcOrd="1" destOrd="0" presId="urn:microsoft.com/office/officeart/2005/8/layout/orgChart1"/>
    <dgm:cxn modelId="{090760E0-29F3-452D-B953-4BF88AE8E578}" type="presParOf" srcId="{B78E41CF-EE7E-4AA6-80FB-6FAC04C3A46B}" destId="{B8722064-2C89-4FD6-8461-E3BB67D56CAB}" srcOrd="1" destOrd="0" presId="urn:microsoft.com/office/officeart/2005/8/layout/orgChart1"/>
    <dgm:cxn modelId="{7909E15A-AFBA-45A1-AC2C-0E886AC952E4}" type="presParOf" srcId="{B8722064-2C89-4FD6-8461-E3BB67D56CAB}" destId="{C5DD16D5-E566-456C-BC07-B28E36C47392}" srcOrd="0" destOrd="0" presId="urn:microsoft.com/office/officeart/2005/8/layout/orgChart1"/>
    <dgm:cxn modelId="{3B4AAB37-221A-4ADD-BFFD-870B346914DF}" type="presParOf" srcId="{B8722064-2C89-4FD6-8461-E3BB67D56CAB}" destId="{3002B020-5B72-4456-960D-A2B1AEA2C709}" srcOrd="1" destOrd="0" presId="urn:microsoft.com/office/officeart/2005/8/layout/orgChart1"/>
    <dgm:cxn modelId="{55BD3F0D-5402-472D-BD03-6DDC444EAF62}" type="presParOf" srcId="{3002B020-5B72-4456-960D-A2B1AEA2C709}" destId="{75EA278C-283B-4F10-8E19-4448E0520660}" srcOrd="0" destOrd="0" presId="urn:microsoft.com/office/officeart/2005/8/layout/orgChart1"/>
    <dgm:cxn modelId="{6BB6EF32-B46D-4F96-940D-CC049DA6E80D}" type="presParOf" srcId="{75EA278C-283B-4F10-8E19-4448E0520660}" destId="{21E4F779-1EA4-4131-9B01-F1F6C6B21503}" srcOrd="0" destOrd="0" presId="urn:microsoft.com/office/officeart/2005/8/layout/orgChart1"/>
    <dgm:cxn modelId="{DF5F93FA-C742-406F-9C8A-891C0D11910E}" type="presParOf" srcId="{75EA278C-283B-4F10-8E19-4448E0520660}" destId="{19E89341-81E1-4AD4-9F8B-75023A0CAD1B}" srcOrd="1" destOrd="0" presId="urn:microsoft.com/office/officeart/2005/8/layout/orgChart1"/>
    <dgm:cxn modelId="{3426D5F3-00E9-481F-9C89-D52795ADA1C7}" type="presParOf" srcId="{3002B020-5B72-4456-960D-A2B1AEA2C709}" destId="{2A5FD720-F820-4061-925F-A72BF20BD68F}" srcOrd="1" destOrd="0" presId="urn:microsoft.com/office/officeart/2005/8/layout/orgChart1"/>
    <dgm:cxn modelId="{D121A924-ACDC-401B-A3A9-48D293E2B2D7}" type="presParOf" srcId="{2A5FD720-F820-4061-925F-A72BF20BD68F}" destId="{182C4EB7-FF46-4EBE-959F-0D22F277CC41}" srcOrd="0" destOrd="0" presId="urn:microsoft.com/office/officeart/2005/8/layout/orgChart1"/>
    <dgm:cxn modelId="{6BABE9D6-E6A7-4B27-94E3-2069BE7CB9F4}" type="presParOf" srcId="{2A5FD720-F820-4061-925F-A72BF20BD68F}" destId="{22CAB442-B0B2-48A6-A738-402175B70DB9}" srcOrd="1" destOrd="0" presId="urn:microsoft.com/office/officeart/2005/8/layout/orgChart1"/>
    <dgm:cxn modelId="{BCB00E67-53B6-43C2-94B7-ED4E3DBDD996}" type="presParOf" srcId="{22CAB442-B0B2-48A6-A738-402175B70DB9}" destId="{752A5D57-7436-4411-98F8-EEE65DC3731B}" srcOrd="0" destOrd="0" presId="urn:microsoft.com/office/officeart/2005/8/layout/orgChart1"/>
    <dgm:cxn modelId="{2A21629F-9F33-4101-AD05-AB266639CA37}" type="presParOf" srcId="{752A5D57-7436-4411-98F8-EEE65DC3731B}" destId="{1A129EF2-A0B1-43E8-AAF9-37509F02DE40}" srcOrd="0" destOrd="0" presId="urn:microsoft.com/office/officeart/2005/8/layout/orgChart1"/>
    <dgm:cxn modelId="{9910F6B0-E713-4A27-8AB0-A8417487760F}" type="presParOf" srcId="{752A5D57-7436-4411-98F8-EEE65DC3731B}" destId="{DED67EFB-7495-45BD-8D9F-27C74A19E2BB}" srcOrd="1" destOrd="0" presId="urn:microsoft.com/office/officeart/2005/8/layout/orgChart1"/>
    <dgm:cxn modelId="{459C5EC1-12D0-4B0A-BE09-206BA43631C1}" type="presParOf" srcId="{22CAB442-B0B2-48A6-A738-402175B70DB9}" destId="{F8A40822-22D1-4F4C-8CBE-6F306A552073}" srcOrd="1" destOrd="0" presId="urn:microsoft.com/office/officeart/2005/8/layout/orgChart1"/>
    <dgm:cxn modelId="{DB78654E-7A7F-4B85-AE13-FFC88E59E4AC}" type="presParOf" srcId="{22CAB442-B0B2-48A6-A738-402175B70DB9}" destId="{DED01E0A-E4A9-4F28-BFA5-F270512914D4}" srcOrd="2" destOrd="0" presId="urn:microsoft.com/office/officeart/2005/8/layout/orgChart1"/>
    <dgm:cxn modelId="{7266684F-7363-4563-9E81-81E1156B575B}" type="presParOf" srcId="{2A5FD720-F820-4061-925F-A72BF20BD68F}" destId="{0BE209BE-D04E-43CC-8632-CC29E68011A0}" srcOrd="2" destOrd="0" presId="urn:microsoft.com/office/officeart/2005/8/layout/orgChart1"/>
    <dgm:cxn modelId="{71BE98FF-5BE5-45C2-A876-D85085F0CEE7}" type="presParOf" srcId="{2A5FD720-F820-4061-925F-A72BF20BD68F}" destId="{A1583839-175F-4FEF-AF0D-9437719972B3}" srcOrd="3" destOrd="0" presId="urn:microsoft.com/office/officeart/2005/8/layout/orgChart1"/>
    <dgm:cxn modelId="{7F8DD0FC-AC37-48FB-A92C-B09417ACC88A}" type="presParOf" srcId="{A1583839-175F-4FEF-AF0D-9437719972B3}" destId="{C8C0A641-1397-4F5E-9D8A-8BCFA682DCA9}" srcOrd="0" destOrd="0" presId="urn:microsoft.com/office/officeart/2005/8/layout/orgChart1"/>
    <dgm:cxn modelId="{5DCF79D2-FA37-4BF1-A3CD-41C0F7D22081}" type="presParOf" srcId="{C8C0A641-1397-4F5E-9D8A-8BCFA682DCA9}" destId="{B1F1D3E2-B416-4B63-92BC-60921617DA69}" srcOrd="0" destOrd="0" presId="urn:microsoft.com/office/officeart/2005/8/layout/orgChart1"/>
    <dgm:cxn modelId="{9CF0E3C3-4648-4277-A2FF-426541A34729}" type="presParOf" srcId="{C8C0A641-1397-4F5E-9D8A-8BCFA682DCA9}" destId="{29E19B4A-6A98-476E-BBB1-991AE2491188}" srcOrd="1" destOrd="0" presId="urn:microsoft.com/office/officeart/2005/8/layout/orgChart1"/>
    <dgm:cxn modelId="{B2121C11-FFD2-4BCB-8463-FF57BAE4B0BC}" type="presParOf" srcId="{A1583839-175F-4FEF-AF0D-9437719972B3}" destId="{E1AA18A1-14E8-464A-9406-EF5D50361C0C}" srcOrd="1" destOrd="0" presId="urn:microsoft.com/office/officeart/2005/8/layout/orgChart1"/>
    <dgm:cxn modelId="{C294C8E0-40CA-46E2-BA5B-79D13B76EE8D}" type="presParOf" srcId="{A1583839-175F-4FEF-AF0D-9437719972B3}" destId="{2E045EED-8272-4667-BE38-3A4FF0B086A7}" srcOrd="2" destOrd="0" presId="urn:microsoft.com/office/officeart/2005/8/layout/orgChart1"/>
    <dgm:cxn modelId="{8CD7687D-C1B4-40CF-AB02-6181FF842FCC}" type="presParOf" srcId="{2A5FD720-F820-4061-925F-A72BF20BD68F}" destId="{AD6A386A-00DA-4BE5-8F83-639929821A83}" srcOrd="4" destOrd="0" presId="urn:microsoft.com/office/officeart/2005/8/layout/orgChart1"/>
    <dgm:cxn modelId="{5D5F506E-6E5D-4A93-999B-BEE28CC21552}" type="presParOf" srcId="{2A5FD720-F820-4061-925F-A72BF20BD68F}" destId="{71FF56A3-570C-4F93-812A-7DA5F24597C9}" srcOrd="5" destOrd="0" presId="urn:microsoft.com/office/officeart/2005/8/layout/orgChart1"/>
    <dgm:cxn modelId="{3D74ABCB-D43F-4BA4-B576-ED90687AA90A}" type="presParOf" srcId="{71FF56A3-570C-4F93-812A-7DA5F24597C9}" destId="{61357516-7897-4B3E-AD90-2F7616413F8B}" srcOrd="0" destOrd="0" presId="urn:microsoft.com/office/officeart/2005/8/layout/orgChart1"/>
    <dgm:cxn modelId="{161D9C18-797B-4BB7-8A30-EB5F3A53EE6E}" type="presParOf" srcId="{61357516-7897-4B3E-AD90-2F7616413F8B}" destId="{17AAB026-D75C-4AC0-AE84-5D1BF574F474}" srcOrd="0" destOrd="0" presId="urn:microsoft.com/office/officeart/2005/8/layout/orgChart1"/>
    <dgm:cxn modelId="{DAA934E6-48DE-4611-B23D-1AE25B593160}" type="presParOf" srcId="{61357516-7897-4B3E-AD90-2F7616413F8B}" destId="{D17DCC85-E4EE-4BFF-8506-9ECE5D7961A8}" srcOrd="1" destOrd="0" presId="urn:microsoft.com/office/officeart/2005/8/layout/orgChart1"/>
    <dgm:cxn modelId="{4269C981-D654-4B52-8D1D-572B2D10771E}" type="presParOf" srcId="{71FF56A3-570C-4F93-812A-7DA5F24597C9}" destId="{DBAD7157-5775-41CF-AA2D-F14A18A34ACC}" srcOrd="1" destOrd="0" presId="urn:microsoft.com/office/officeart/2005/8/layout/orgChart1"/>
    <dgm:cxn modelId="{8D2F8407-7992-496E-BF62-EBAE67A62DDD}" type="presParOf" srcId="{71FF56A3-570C-4F93-812A-7DA5F24597C9}" destId="{99EA1503-8134-4946-B03D-6AB483CC1C2D}" srcOrd="2" destOrd="0" presId="urn:microsoft.com/office/officeart/2005/8/layout/orgChart1"/>
    <dgm:cxn modelId="{82D19EED-4921-4275-B64A-975227FCD9FB}" type="presParOf" srcId="{3002B020-5B72-4456-960D-A2B1AEA2C709}" destId="{ED1EA30E-EE3F-4336-B6EB-417435CBEF63}" srcOrd="2" destOrd="0" presId="urn:microsoft.com/office/officeart/2005/8/layout/orgChart1"/>
    <dgm:cxn modelId="{C069E9D6-F492-46C3-8C2C-0F3AAAD8A65A}" type="presParOf" srcId="{B8722064-2C89-4FD6-8461-E3BB67D56CAB}" destId="{72F6C659-C3D9-4145-8A7D-D07D47B0D107}" srcOrd="2" destOrd="0" presId="urn:microsoft.com/office/officeart/2005/8/layout/orgChart1"/>
    <dgm:cxn modelId="{B17A4B18-BAC9-40B3-A5A2-6BD217898186}" type="presParOf" srcId="{B8722064-2C89-4FD6-8461-E3BB67D56CAB}" destId="{5D8F0424-26A3-4F38-8164-E4C2174BC50E}" srcOrd="3" destOrd="0" presId="urn:microsoft.com/office/officeart/2005/8/layout/orgChart1"/>
    <dgm:cxn modelId="{22437107-0DD6-4D7B-9937-E10428501E9B}" type="presParOf" srcId="{5D8F0424-26A3-4F38-8164-E4C2174BC50E}" destId="{AF81488B-A2F0-42D9-ABF2-CAA864BDD9B6}" srcOrd="0" destOrd="0" presId="urn:microsoft.com/office/officeart/2005/8/layout/orgChart1"/>
    <dgm:cxn modelId="{80FC389A-6091-4DDE-97ED-0F32C16924A7}" type="presParOf" srcId="{AF81488B-A2F0-42D9-ABF2-CAA864BDD9B6}" destId="{BCD7FDEC-EC7E-4688-A2BF-D7ACB5F469DA}" srcOrd="0" destOrd="0" presId="urn:microsoft.com/office/officeart/2005/8/layout/orgChart1"/>
    <dgm:cxn modelId="{52E79E4F-F57D-4811-862F-CED57495C540}" type="presParOf" srcId="{AF81488B-A2F0-42D9-ABF2-CAA864BDD9B6}" destId="{ED2469CA-CF41-4B2C-9EEC-33DF1AE926AC}" srcOrd="1" destOrd="0" presId="urn:microsoft.com/office/officeart/2005/8/layout/orgChart1"/>
    <dgm:cxn modelId="{F097447D-C932-4391-9330-2D72E1172E19}" type="presParOf" srcId="{5D8F0424-26A3-4F38-8164-E4C2174BC50E}" destId="{DBCF2529-AE0B-4654-8450-B0CD0EB7CEC9}" srcOrd="1" destOrd="0" presId="urn:microsoft.com/office/officeart/2005/8/layout/orgChart1"/>
    <dgm:cxn modelId="{24A66D2E-7F74-406D-B921-8C516831DBB7}" type="presParOf" srcId="{DBCF2529-AE0B-4654-8450-B0CD0EB7CEC9}" destId="{59EFD8AF-8956-4B41-B488-85979666D71B}" srcOrd="0" destOrd="0" presId="urn:microsoft.com/office/officeart/2005/8/layout/orgChart1"/>
    <dgm:cxn modelId="{677D51BA-2FAC-4783-A1E8-D9384ED7B831}" type="presParOf" srcId="{DBCF2529-AE0B-4654-8450-B0CD0EB7CEC9}" destId="{A1409CE0-07D4-412E-9AAC-B509396DCBD7}" srcOrd="1" destOrd="0" presId="urn:microsoft.com/office/officeart/2005/8/layout/orgChart1"/>
    <dgm:cxn modelId="{57CA8DD9-43D2-4BED-915A-CF87A8BB887E}" type="presParOf" srcId="{A1409CE0-07D4-412E-9AAC-B509396DCBD7}" destId="{430D44FF-9972-49AE-BF8C-800F369D5DBA}" srcOrd="0" destOrd="0" presId="urn:microsoft.com/office/officeart/2005/8/layout/orgChart1"/>
    <dgm:cxn modelId="{4304FF05-BB9E-4BEB-A2FF-6796692899B3}" type="presParOf" srcId="{430D44FF-9972-49AE-BF8C-800F369D5DBA}" destId="{12519675-88F6-4591-AF4A-BEF0BF3B2E90}" srcOrd="0" destOrd="0" presId="urn:microsoft.com/office/officeart/2005/8/layout/orgChart1"/>
    <dgm:cxn modelId="{832481A7-A090-4D13-BBBC-62697DF299B4}" type="presParOf" srcId="{430D44FF-9972-49AE-BF8C-800F369D5DBA}" destId="{33E89930-478F-4048-8407-2BBFBE27C1FE}" srcOrd="1" destOrd="0" presId="urn:microsoft.com/office/officeart/2005/8/layout/orgChart1"/>
    <dgm:cxn modelId="{8DF35BB2-CDCD-4236-B4F6-FC0DC8E3F45B}" type="presParOf" srcId="{A1409CE0-07D4-412E-9AAC-B509396DCBD7}" destId="{A06B0C12-5709-4B3B-B387-4BE27E4BCFF7}" srcOrd="1" destOrd="0" presId="urn:microsoft.com/office/officeart/2005/8/layout/orgChart1"/>
    <dgm:cxn modelId="{6B49A8DF-0E29-47C8-80F3-84D4585BA1A9}" type="presParOf" srcId="{A1409CE0-07D4-412E-9AAC-B509396DCBD7}" destId="{55A8FF8D-7D28-4EA9-880D-A194D56C0D6E}" srcOrd="2" destOrd="0" presId="urn:microsoft.com/office/officeart/2005/8/layout/orgChart1"/>
    <dgm:cxn modelId="{D07C5E3C-DC7C-4ADD-BC7B-FF6D08E9AD42}" type="presParOf" srcId="{DBCF2529-AE0B-4654-8450-B0CD0EB7CEC9}" destId="{384431BB-E12C-4533-8249-315140C93031}" srcOrd="2" destOrd="0" presId="urn:microsoft.com/office/officeart/2005/8/layout/orgChart1"/>
    <dgm:cxn modelId="{978B51EE-538B-40F7-A4AB-6BB4BB9CD830}" type="presParOf" srcId="{DBCF2529-AE0B-4654-8450-B0CD0EB7CEC9}" destId="{B50DFD7F-18D5-43B3-AE91-0E607B8DFDD0}" srcOrd="3" destOrd="0" presId="urn:microsoft.com/office/officeart/2005/8/layout/orgChart1"/>
    <dgm:cxn modelId="{D304DA5D-87EC-4DEB-A4EA-4D45EB65C5D2}" type="presParOf" srcId="{B50DFD7F-18D5-43B3-AE91-0E607B8DFDD0}" destId="{FCCC7E6A-4784-403F-8D60-7D1D83927072}" srcOrd="0" destOrd="0" presId="urn:microsoft.com/office/officeart/2005/8/layout/orgChart1"/>
    <dgm:cxn modelId="{11A0163F-7C5F-458F-9127-B3F89CC85B20}" type="presParOf" srcId="{FCCC7E6A-4784-403F-8D60-7D1D83927072}" destId="{DC4FAD18-9B66-481A-9660-9055EF59E9A1}" srcOrd="0" destOrd="0" presId="urn:microsoft.com/office/officeart/2005/8/layout/orgChart1"/>
    <dgm:cxn modelId="{89B2E944-BB68-4DDA-9C58-C463C55FA74B}" type="presParOf" srcId="{FCCC7E6A-4784-403F-8D60-7D1D83927072}" destId="{748345BE-21C6-4014-85BC-C75A6A559CC4}" srcOrd="1" destOrd="0" presId="urn:microsoft.com/office/officeart/2005/8/layout/orgChart1"/>
    <dgm:cxn modelId="{BBBDDC48-A9E9-433B-8F2C-19B42FCC0288}" type="presParOf" srcId="{B50DFD7F-18D5-43B3-AE91-0E607B8DFDD0}" destId="{701F6E18-F38D-4498-B454-54AC7DC527E1}" srcOrd="1" destOrd="0" presId="urn:microsoft.com/office/officeart/2005/8/layout/orgChart1"/>
    <dgm:cxn modelId="{59E0B662-1125-43CF-A0B7-89846B91188C}" type="presParOf" srcId="{B50DFD7F-18D5-43B3-AE91-0E607B8DFDD0}" destId="{D73663F9-01EC-47E9-8143-AC7E46389019}" srcOrd="2" destOrd="0" presId="urn:microsoft.com/office/officeart/2005/8/layout/orgChart1"/>
    <dgm:cxn modelId="{E606FF39-068F-4629-813D-A14FC40CFCB9}" type="presParOf" srcId="{DBCF2529-AE0B-4654-8450-B0CD0EB7CEC9}" destId="{5571B029-76F3-494A-8346-720370173C53}" srcOrd="4" destOrd="0" presId="urn:microsoft.com/office/officeart/2005/8/layout/orgChart1"/>
    <dgm:cxn modelId="{B602758E-3EB8-4161-8027-07672D868C30}" type="presParOf" srcId="{DBCF2529-AE0B-4654-8450-B0CD0EB7CEC9}" destId="{C1E719F2-C1B5-4D3F-8A66-7253A6D95425}" srcOrd="5" destOrd="0" presId="urn:microsoft.com/office/officeart/2005/8/layout/orgChart1"/>
    <dgm:cxn modelId="{3ADCBE46-711F-4963-BCF0-9BEF51181526}" type="presParOf" srcId="{C1E719F2-C1B5-4D3F-8A66-7253A6D95425}" destId="{5917A71D-A917-49F2-9F4F-4651C1241197}" srcOrd="0" destOrd="0" presId="urn:microsoft.com/office/officeart/2005/8/layout/orgChart1"/>
    <dgm:cxn modelId="{08AED179-A14C-45B9-A027-A13F86BA256E}" type="presParOf" srcId="{5917A71D-A917-49F2-9F4F-4651C1241197}" destId="{B70B7FE0-C69A-4E2F-866D-5D091C97E35E}" srcOrd="0" destOrd="0" presId="urn:microsoft.com/office/officeart/2005/8/layout/orgChart1"/>
    <dgm:cxn modelId="{67DE503A-8D07-417C-BDB0-8A4482D38EC6}" type="presParOf" srcId="{5917A71D-A917-49F2-9F4F-4651C1241197}" destId="{C7126541-15EB-4B75-869F-76C70DE91AD5}" srcOrd="1" destOrd="0" presId="urn:microsoft.com/office/officeart/2005/8/layout/orgChart1"/>
    <dgm:cxn modelId="{7E18546D-DEC4-4B03-BB79-C947C00415A0}" type="presParOf" srcId="{C1E719F2-C1B5-4D3F-8A66-7253A6D95425}" destId="{171B24DF-15BC-49D7-80A5-4DA63A9D86BE}" srcOrd="1" destOrd="0" presId="urn:microsoft.com/office/officeart/2005/8/layout/orgChart1"/>
    <dgm:cxn modelId="{17B00C0C-E129-4EDF-90C3-405DD0FA5611}" type="presParOf" srcId="{C1E719F2-C1B5-4D3F-8A66-7253A6D95425}" destId="{B41439C5-30EE-4586-8089-902039DE5D33}" srcOrd="2" destOrd="0" presId="urn:microsoft.com/office/officeart/2005/8/layout/orgChart1"/>
    <dgm:cxn modelId="{CE983637-46F7-44AD-B54D-17FDB24EA9C3}" type="presParOf" srcId="{5D8F0424-26A3-4F38-8164-E4C2174BC50E}" destId="{16995268-58CC-482B-A9AF-67D2CA669CAD}" srcOrd="2" destOrd="0" presId="urn:microsoft.com/office/officeart/2005/8/layout/orgChart1"/>
    <dgm:cxn modelId="{1469FC37-3BFF-4E53-B949-C3A13F94D248}" type="presParOf" srcId="{B8722064-2C89-4FD6-8461-E3BB67D56CAB}" destId="{2800B325-5598-4652-80BC-3A196C023A3F}" srcOrd="4" destOrd="0" presId="urn:microsoft.com/office/officeart/2005/8/layout/orgChart1"/>
    <dgm:cxn modelId="{5BF183E4-B37A-41E1-A002-6F520BB22D04}" type="presParOf" srcId="{B8722064-2C89-4FD6-8461-E3BB67D56CAB}" destId="{8AB86B80-23BB-41C7-B497-8B9B8510D467}" srcOrd="5" destOrd="0" presId="urn:microsoft.com/office/officeart/2005/8/layout/orgChart1"/>
    <dgm:cxn modelId="{0B9991EA-2A4B-407F-A69F-BDC0EFB859F7}" type="presParOf" srcId="{8AB86B80-23BB-41C7-B497-8B9B8510D467}" destId="{31D918F9-1FDC-43FE-864A-C0E4F96C3D30}" srcOrd="0" destOrd="0" presId="urn:microsoft.com/office/officeart/2005/8/layout/orgChart1"/>
    <dgm:cxn modelId="{4AC30C14-F080-420B-B500-B5A62D21543F}" type="presParOf" srcId="{31D918F9-1FDC-43FE-864A-C0E4F96C3D30}" destId="{2D11FD18-CAD7-4633-AEC9-BB5C1D529456}" srcOrd="0" destOrd="0" presId="urn:microsoft.com/office/officeart/2005/8/layout/orgChart1"/>
    <dgm:cxn modelId="{0729232A-BB54-4CE2-9C63-DD6F24ECCABA}" type="presParOf" srcId="{31D918F9-1FDC-43FE-864A-C0E4F96C3D30}" destId="{6FF25691-F611-479D-B7C9-0FB63155A260}" srcOrd="1" destOrd="0" presId="urn:microsoft.com/office/officeart/2005/8/layout/orgChart1"/>
    <dgm:cxn modelId="{6CAE444A-DCD6-48B2-91CB-1CE72CCDAFD2}" type="presParOf" srcId="{8AB86B80-23BB-41C7-B497-8B9B8510D467}" destId="{79AEFF1D-7F6A-426A-B4FD-3E869DDB9902}" srcOrd="1" destOrd="0" presId="urn:microsoft.com/office/officeart/2005/8/layout/orgChart1"/>
    <dgm:cxn modelId="{EA802827-7359-4AFC-8D20-3FBC9D0BB772}" type="presParOf" srcId="{79AEFF1D-7F6A-426A-B4FD-3E869DDB9902}" destId="{B9C0E30D-FDB4-4257-B6B9-55DA3BEC1655}" srcOrd="0" destOrd="0" presId="urn:microsoft.com/office/officeart/2005/8/layout/orgChart1"/>
    <dgm:cxn modelId="{829ABE21-AF71-4854-BD86-154886888EAD}" type="presParOf" srcId="{79AEFF1D-7F6A-426A-B4FD-3E869DDB9902}" destId="{2908F70E-3E5C-4014-B726-C1FF7D9A99DB}" srcOrd="1" destOrd="0" presId="urn:microsoft.com/office/officeart/2005/8/layout/orgChart1"/>
    <dgm:cxn modelId="{4B9E9B22-2109-480D-8D92-C9E0C2C91C0B}" type="presParOf" srcId="{2908F70E-3E5C-4014-B726-C1FF7D9A99DB}" destId="{4D96D3C5-E07B-406A-8200-D54852D01D6F}" srcOrd="0" destOrd="0" presId="urn:microsoft.com/office/officeart/2005/8/layout/orgChart1"/>
    <dgm:cxn modelId="{52DA889F-4274-48E4-9A4A-2FB9A1A25ECA}" type="presParOf" srcId="{4D96D3C5-E07B-406A-8200-D54852D01D6F}" destId="{DE91A19E-DB65-4E8B-B9F5-5EFA999EB8E7}" srcOrd="0" destOrd="0" presId="urn:microsoft.com/office/officeart/2005/8/layout/orgChart1"/>
    <dgm:cxn modelId="{00BB7D8A-B8B6-4C19-A79C-F154AD75FEAF}" type="presParOf" srcId="{4D96D3C5-E07B-406A-8200-D54852D01D6F}" destId="{6A9F13A7-3956-42E3-8F81-FF2C21912615}" srcOrd="1" destOrd="0" presId="urn:microsoft.com/office/officeart/2005/8/layout/orgChart1"/>
    <dgm:cxn modelId="{BC68C89C-CF2E-4987-AEE7-B37A84A78B52}" type="presParOf" srcId="{2908F70E-3E5C-4014-B726-C1FF7D9A99DB}" destId="{AEC1E3EA-A405-400B-83AD-61054564F89B}" srcOrd="1" destOrd="0" presId="urn:microsoft.com/office/officeart/2005/8/layout/orgChart1"/>
    <dgm:cxn modelId="{BE059B7D-6021-4E4B-98E1-35BFC818120C}" type="presParOf" srcId="{2908F70E-3E5C-4014-B726-C1FF7D9A99DB}" destId="{D692DC09-16A7-4350-BAFD-AFE9BDB607A9}" srcOrd="2" destOrd="0" presId="urn:microsoft.com/office/officeart/2005/8/layout/orgChart1"/>
    <dgm:cxn modelId="{93863AF3-C42E-4CF0-85AE-907D5FDCE05B}" type="presParOf" srcId="{79AEFF1D-7F6A-426A-B4FD-3E869DDB9902}" destId="{F1F3D236-2660-4866-998F-4F6D7773AF3D}" srcOrd="2" destOrd="0" presId="urn:microsoft.com/office/officeart/2005/8/layout/orgChart1"/>
    <dgm:cxn modelId="{AECB8928-4E75-446B-9352-BB1E43B3CD96}" type="presParOf" srcId="{79AEFF1D-7F6A-426A-B4FD-3E869DDB9902}" destId="{AD383316-0D2A-4B13-AA54-C222791520DE}" srcOrd="3" destOrd="0" presId="urn:microsoft.com/office/officeart/2005/8/layout/orgChart1"/>
    <dgm:cxn modelId="{B2DD2407-5346-4CE2-A54C-422F41251B5C}" type="presParOf" srcId="{AD383316-0D2A-4B13-AA54-C222791520DE}" destId="{405150CF-16B0-4352-B28C-0B5EDA8F7C06}" srcOrd="0" destOrd="0" presId="urn:microsoft.com/office/officeart/2005/8/layout/orgChart1"/>
    <dgm:cxn modelId="{1E780B7A-12D6-412D-B630-5A60E853027A}" type="presParOf" srcId="{405150CF-16B0-4352-B28C-0B5EDA8F7C06}" destId="{114AFC95-315F-4751-8F09-A6F59FEBE07D}" srcOrd="0" destOrd="0" presId="urn:microsoft.com/office/officeart/2005/8/layout/orgChart1"/>
    <dgm:cxn modelId="{C5B341A0-A623-4067-9C98-03A7BF9A5AAB}" type="presParOf" srcId="{405150CF-16B0-4352-B28C-0B5EDA8F7C06}" destId="{58B2BFAE-5394-46C9-AF10-92526DC60048}" srcOrd="1" destOrd="0" presId="urn:microsoft.com/office/officeart/2005/8/layout/orgChart1"/>
    <dgm:cxn modelId="{C0E5850B-D7AE-417A-A0F2-E734E4D38F61}" type="presParOf" srcId="{AD383316-0D2A-4B13-AA54-C222791520DE}" destId="{EDB61474-B5DD-4B9B-A9EC-BD3165C04BDD}" srcOrd="1" destOrd="0" presId="urn:microsoft.com/office/officeart/2005/8/layout/orgChart1"/>
    <dgm:cxn modelId="{7A9A6F5A-2B16-45CF-89D1-AE3A3CF0CE66}" type="presParOf" srcId="{AD383316-0D2A-4B13-AA54-C222791520DE}" destId="{8A50CE58-E182-4A01-A607-000586A4F2D6}" srcOrd="2" destOrd="0" presId="urn:microsoft.com/office/officeart/2005/8/layout/orgChart1"/>
    <dgm:cxn modelId="{DF63C5C0-030D-4A4D-AEEE-26AA6D87F044}" type="presParOf" srcId="{8AB86B80-23BB-41C7-B497-8B9B8510D467}" destId="{4B528CA6-6363-4642-9788-77BF99C10818}" srcOrd="2" destOrd="0" presId="urn:microsoft.com/office/officeart/2005/8/layout/orgChart1"/>
    <dgm:cxn modelId="{AE134DD8-9002-4F9C-9BFE-9E7B00FD991F}" type="presParOf" srcId="{B78E41CF-EE7E-4AA6-80FB-6FAC04C3A46B}" destId="{14C355B9-CE16-4F10-9039-05F288802FED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88FBBDE-7382-4959-A5CD-5555235D891A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/>
      <dgm:spPr/>
    </dgm:pt>
    <dgm:pt modelId="{D39C8DF3-D44D-4026-AF8B-1F6B21EDC1A8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System</a:t>
          </a:r>
        </a:p>
      </dgm:t>
    </dgm:pt>
    <dgm:pt modelId="{2DD28229-B1CA-4327-B8B1-244A0ED002CE}" type="parTrans" cxnId="{1BBBDC1C-4C70-49BD-83AC-CC94E533DDCE}">
      <dgm:prSet/>
      <dgm:spPr/>
    </dgm:pt>
    <dgm:pt modelId="{B5FE452B-B013-4521-955E-A4AC2C75F6D8}" type="sibTrans" cxnId="{1BBBDC1C-4C70-49BD-83AC-CC94E533DDCE}">
      <dgm:prSet/>
      <dgm:spPr/>
    </dgm:pt>
    <dgm:pt modelId="{29213171-B8EC-439B-A3A9-4D285A0DC954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SubSystem 1</a:t>
          </a:r>
        </a:p>
      </dgm:t>
    </dgm:pt>
    <dgm:pt modelId="{48266268-9589-449E-AB02-48D4490725FF}" type="parTrans" cxnId="{D59DE7A2-10CB-48F8-9205-8CF4D3FFC358}">
      <dgm:prSet/>
      <dgm:spPr/>
    </dgm:pt>
    <dgm:pt modelId="{EAF132E5-E142-42EC-BDEA-FC23A3C750F2}" type="sibTrans" cxnId="{D59DE7A2-10CB-48F8-9205-8CF4D3FFC358}">
      <dgm:prSet/>
      <dgm:spPr/>
    </dgm:pt>
    <dgm:pt modelId="{99BADB0B-A820-4145-AFD9-C5229E76931A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SubSubSystem 1</a:t>
          </a:r>
        </a:p>
      </dgm:t>
    </dgm:pt>
    <dgm:pt modelId="{A2DD73F4-38EE-4720-995F-73A76C732D60}" type="parTrans" cxnId="{025E93B5-9A55-4257-9CB8-BA2ABF35EEB0}">
      <dgm:prSet/>
      <dgm:spPr/>
    </dgm:pt>
    <dgm:pt modelId="{B8E684E5-507D-41F0-84E8-FCA8EB3CA274}" type="sibTrans" cxnId="{025E93B5-9A55-4257-9CB8-BA2ABF35EEB0}">
      <dgm:prSet/>
      <dgm:spPr/>
    </dgm:pt>
    <dgm:pt modelId="{D1DBB18C-4046-4C78-A4DC-3FB588BDED95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SubSubSystem 2</a:t>
          </a:r>
        </a:p>
      </dgm:t>
    </dgm:pt>
    <dgm:pt modelId="{21820C7E-D7FB-4D89-98DD-C90B08857D3F}" type="parTrans" cxnId="{C9DC6E13-3821-4AE6-86B0-EE7E060CD5F0}">
      <dgm:prSet/>
      <dgm:spPr/>
    </dgm:pt>
    <dgm:pt modelId="{C2BEE468-2D88-41E3-BA58-A228CC7889BD}" type="sibTrans" cxnId="{C9DC6E13-3821-4AE6-86B0-EE7E060CD5F0}">
      <dgm:prSet/>
      <dgm:spPr/>
    </dgm:pt>
    <dgm:pt modelId="{B7EE91A6-4165-4C6B-9E24-0145C3F0DE57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SubSystem 2</a:t>
          </a:r>
        </a:p>
      </dgm:t>
    </dgm:pt>
    <dgm:pt modelId="{E58C3BBA-A609-434D-9BA0-5CF780D42D39}" type="parTrans" cxnId="{3C859897-85A2-416E-A2CF-33CA8EF9BE96}">
      <dgm:prSet/>
      <dgm:spPr/>
    </dgm:pt>
    <dgm:pt modelId="{962800B2-E8A4-46F3-9F8D-2221A514B43E}" type="sibTrans" cxnId="{3C859897-85A2-416E-A2CF-33CA8EF9BE96}">
      <dgm:prSet/>
      <dgm:spPr/>
    </dgm:pt>
    <dgm:pt modelId="{BE86E269-4618-41BC-9B7A-04C36CBCBCC1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SubSubSystem 1</a:t>
          </a:r>
        </a:p>
      </dgm:t>
    </dgm:pt>
    <dgm:pt modelId="{CC1C5DA3-424A-4D84-8109-AF81BEF03F56}" type="parTrans" cxnId="{EB306F21-AB83-4E3A-9C13-B69C0E480D7B}">
      <dgm:prSet/>
      <dgm:spPr/>
    </dgm:pt>
    <dgm:pt modelId="{CA998291-C566-4497-A93A-635E0AEC02B2}" type="sibTrans" cxnId="{EB306F21-AB83-4E3A-9C13-B69C0E480D7B}">
      <dgm:prSet/>
      <dgm:spPr/>
    </dgm:pt>
    <dgm:pt modelId="{18AA0BB6-F4F6-4666-88BD-FBBAEC0CD168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SubSubSystem 2</a:t>
          </a:r>
        </a:p>
      </dgm:t>
    </dgm:pt>
    <dgm:pt modelId="{7B8ABA53-4AA4-45D1-8F14-FC71BE184EC0}" type="parTrans" cxnId="{BEDA4D0F-47E9-4540-9FAD-0939C2EB7E29}">
      <dgm:prSet/>
      <dgm:spPr/>
    </dgm:pt>
    <dgm:pt modelId="{476D0873-F05B-4DDC-B08C-66CF9EBC6A46}" type="sibTrans" cxnId="{BEDA4D0F-47E9-4540-9FAD-0939C2EB7E29}">
      <dgm:prSet/>
      <dgm:spPr/>
    </dgm:pt>
    <dgm:pt modelId="{05F845E4-BDDA-4ADC-8B48-7316C296CE3B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SubSystem 3</a:t>
          </a:r>
        </a:p>
      </dgm:t>
    </dgm:pt>
    <dgm:pt modelId="{3CCF04A7-00C6-4066-BF1C-B9F46F5902BB}" type="parTrans" cxnId="{EF4830A3-8BCB-48D2-B77C-41616360CAD3}">
      <dgm:prSet/>
      <dgm:spPr/>
    </dgm:pt>
    <dgm:pt modelId="{FB52DFF0-6311-4254-9374-7B802DC198DF}" type="sibTrans" cxnId="{EF4830A3-8BCB-48D2-B77C-41616360CAD3}">
      <dgm:prSet/>
      <dgm:spPr/>
    </dgm:pt>
    <dgm:pt modelId="{F15E9929-0FFB-47DB-B33F-108A2D0015B5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SubSubSystem 1</a:t>
          </a:r>
        </a:p>
      </dgm:t>
    </dgm:pt>
    <dgm:pt modelId="{6AAAD90B-919C-464B-B9B0-D555177E598F}" type="parTrans" cxnId="{28965AE2-4B5A-464A-9571-2B46E8993B8E}">
      <dgm:prSet/>
      <dgm:spPr/>
    </dgm:pt>
    <dgm:pt modelId="{5380ACFF-F375-4C02-9C4E-6B775D0AC55F}" type="sibTrans" cxnId="{28965AE2-4B5A-464A-9571-2B46E8993B8E}">
      <dgm:prSet/>
      <dgm:spPr/>
    </dgm:pt>
    <dgm:pt modelId="{98482C8D-152A-479A-9BBC-442739FCF0F2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SubSubSystem 2</a:t>
          </a:r>
        </a:p>
      </dgm:t>
    </dgm:pt>
    <dgm:pt modelId="{5BA90CF3-EB13-43B3-818D-1942081E5B93}" type="parTrans" cxnId="{A99AA93B-81AD-44CB-870E-08C53AB404F4}">
      <dgm:prSet/>
      <dgm:spPr/>
    </dgm:pt>
    <dgm:pt modelId="{FD90567A-9345-4A13-99AE-A59B4CEAB030}" type="sibTrans" cxnId="{A99AA93B-81AD-44CB-870E-08C53AB404F4}">
      <dgm:prSet/>
      <dgm:spPr/>
    </dgm:pt>
    <dgm:pt modelId="{516D215B-6ECA-46B6-AE71-7F911A06CA8B}" type="pres">
      <dgm:prSet presAssocID="{E88FBBDE-7382-4959-A5CD-5555235D891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843D6BA-7E31-4216-B11A-EE68D404F34C}" type="pres">
      <dgm:prSet presAssocID="{D39C8DF3-D44D-4026-AF8B-1F6B21EDC1A8}" presName="hierRoot1" presStyleCnt="0">
        <dgm:presLayoutVars>
          <dgm:hierBranch/>
        </dgm:presLayoutVars>
      </dgm:prSet>
      <dgm:spPr/>
    </dgm:pt>
    <dgm:pt modelId="{632A9462-4433-4E6C-8756-AFAFEC18E267}" type="pres">
      <dgm:prSet presAssocID="{D39C8DF3-D44D-4026-AF8B-1F6B21EDC1A8}" presName="rootComposite1" presStyleCnt="0"/>
      <dgm:spPr/>
    </dgm:pt>
    <dgm:pt modelId="{D46B4BB0-21A6-44CC-8982-DEA261671853}" type="pres">
      <dgm:prSet presAssocID="{D39C8DF3-D44D-4026-AF8B-1F6B21EDC1A8}" presName="rootText1" presStyleLbl="node0" presStyleIdx="0" presStyleCnt="1">
        <dgm:presLayoutVars>
          <dgm:chPref val="3"/>
        </dgm:presLayoutVars>
      </dgm:prSet>
      <dgm:spPr/>
    </dgm:pt>
    <dgm:pt modelId="{382633CE-7A49-4C5B-91D4-394E322C010D}" type="pres">
      <dgm:prSet presAssocID="{D39C8DF3-D44D-4026-AF8B-1F6B21EDC1A8}" presName="rootConnector1" presStyleLbl="node1" presStyleIdx="0" presStyleCnt="0"/>
      <dgm:spPr/>
    </dgm:pt>
    <dgm:pt modelId="{838C9039-3B6B-40D2-9FB2-ABABC3936C38}" type="pres">
      <dgm:prSet presAssocID="{D39C8DF3-D44D-4026-AF8B-1F6B21EDC1A8}" presName="hierChild2" presStyleCnt="0"/>
      <dgm:spPr/>
    </dgm:pt>
    <dgm:pt modelId="{7BD081A5-B3C0-41EF-9A53-4EACE83415F1}" type="pres">
      <dgm:prSet presAssocID="{48266268-9589-449E-AB02-48D4490725FF}" presName="Name35" presStyleLbl="parChTrans1D2" presStyleIdx="0" presStyleCnt="3"/>
      <dgm:spPr/>
    </dgm:pt>
    <dgm:pt modelId="{8D7F0FF5-4326-4694-847F-75B2CC6565BE}" type="pres">
      <dgm:prSet presAssocID="{29213171-B8EC-439B-A3A9-4D285A0DC954}" presName="hierRoot2" presStyleCnt="0">
        <dgm:presLayoutVars>
          <dgm:hierBranch val="r"/>
        </dgm:presLayoutVars>
      </dgm:prSet>
      <dgm:spPr/>
    </dgm:pt>
    <dgm:pt modelId="{E173249E-618A-4FC4-9804-F7D184264422}" type="pres">
      <dgm:prSet presAssocID="{29213171-B8EC-439B-A3A9-4D285A0DC954}" presName="rootComposite" presStyleCnt="0"/>
      <dgm:spPr/>
    </dgm:pt>
    <dgm:pt modelId="{D051CF94-B504-48B0-8DA6-621DEA6AA624}" type="pres">
      <dgm:prSet presAssocID="{29213171-B8EC-439B-A3A9-4D285A0DC954}" presName="rootText" presStyleLbl="node2" presStyleIdx="0" presStyleCnt="3">
        <dgm:presLayoutVars>
          <dgm:chPref val="3"/>
        </dgm:presLayoutVars>
      </dgm:prSet>
      <dgm:spPr/>
    </dgm:pt>
    <dgm:pt modelId="{2541F5F4-AEEC-4953-9E8E-EE90CF70B6F4}" type="pres">
      <dgm:prSet presAssocID="{29213171-B8EC-439B-A3A9-4D285A0DC954}" presName="rootConnector" presStyleLbl="node2" presStyleIdx="0" presStyleCnt="3"/>
      <dgm:spPr/>
    </dgm:pt>
    <dgm:pt modelId="{83435E43-8C89-499C-B8E6-5FA50FA24AD2}" type="pres">
      <dgm:prSet presAssocID="{29213171-B8EC-439B-A3A9-4D285A0DC954}" presName="hierChild4" presStyleCnt="0"/>
      <dgm:spPr/>
    </dgm:pt>
    <dgm:pt modelId="{07FB6AD0-DC24-42FE-B0C9-09251CC66964}" type="pres">
      <dgm:prSet presAssocID="{A2DD73F4-38EE-4720-995F-73A76C732D60}" presName="Name50" presStyleLbl="parChTrans1D3" presStyleIdx="0" presStyleCnt="6"/>
      <dgm:spPr/>
    </dgm:pt>
    <dgm:pt modelId="{028F2175-9E9C-45D0-A87C-ECD70290894E}" type="pres">
      <dgm:prSet presAssocID="{99BADB0B-A820-4145-AFD9-C5229E76931A}" presName="hierRoot2" presStyleCnt="0">
        <dgm:presLayoutVars>
          <dgm:hierBranch val="r"/>
        </dgm:presLayoutVars>
      </dgm:prSet>
      <dgm:spPr/>
    </dgm:pt>
    <dgm:pt modelId="{E69A6B34-AE2A-44B8-B690-DBD123657090}" type="pres">
      <dgm:prSet presAssocID="{99BADB0B-A820-4145-AFD9-C5229E76931A}" presName="rootComposite" presStyleCnt="0"/>
      <dgm:spPr/>
    </dgm:pt>
    <dgm:pt modelId="{EA54C051-9A03-4A09-9F31-E8D6BD28B9BC}" type="pres">
      <dgm:prSet presAssocID="{99BADB0B-A820-4145-AFD9-C5229E76931A}" presName="rootText" presStyleLbl="node3" presStyleIdx="0" presStyleCnt="6">
        <dgm:presLayoutVars>
          <dgm:chPref val="3"/>
        </dgm:presLayoutVars>
      </dgm:prSet>
      <dgm:spPr/>
    </dgm:pt>
    <dgm:pt modelId="{97A78694-8CC7-47B3-8EE9-6D15BA776F62}" type="pres">
      <dgm:prSet presAssocID="{99BADB0B-A820-4145-AFD9-C5229E76931A}" presName="rootConnector" presStyleLbl="node3" presStyleIdx="0" presStyleCnt="6"/>
      <dgm:spPr/>
    </dgm:pt>
    <dgm:pt modelId="{6243BD6E-2079-452C-ACEF-838B2CE20234}" type="pres">
      <dgm:prSet presAssocID="{99BADB0B-A820-4145-AFD9-C5229E76931A}" presName="hierChild4" presStyleCnt="0"/>
      <dgm:spPr/>
    </dgm:pt>
    <dgm:pt modelId="{EA1B3347-73CE-4B18-87EE-F4EAFC42B4F8}" type="pres">
      <dgm:prSet presAssocID="{99BADB0B-A820-4145-AFD9-C5229E76931A}" presName="hierChild5" presStyleCnt="0"/>
      <dgm:spPr/>
    </dgm:pt>
    <dgm:pt modelId="{8E1004DB-3024-4665-8254-2AE6CB6FDC87}" type="pres">
      <dgm:prSet presAssocID="{21820C7E-D7FB-4D89-98DD-C90B08857D3F}" presName="Name50" presStyleLbl="parChTrans1D3" presStyleIdx="1" presStyleCnt="6"/>
      <dgm:spPr/>
    </dgm:pt>
    <dgm:pt modelId="{629F2B80-BE77-491B-BFEA-461A645B0C30}" type="pres">
      <dgm:prSet presAssocID="{D1DBB18C-4046-4C78-A4DC-3FB588BDED95}" presName="hierRoot2" presStyleCnt="0">
        <dgm:presLayoutVars>
          <dgm:hierBranch val="r"/>
        </dgm:presLayoutVars>
      </dgm:prSet>
      <dgm:spPr/>
    </dgm:pt>
    <dgm:pt modelId="{33B106A6-AFB8-44B1-87EA-2CB1286FC8B6}" type="pres">
      <dgm:prSet presAssocID="{D1DBB18C-4046-4C78-A4DC-3FB588BDED95}" presName="rootComposite" presStyleCnt="0"/>
      <dgm:spPr/>
    </dgm:pt>
    <dgm:pt modelId="{E6D9353D-5D5E-4000-AA7F-0D063DFB24DB}" type="pres">
      <dgm:prSet presAssocID="{D1DBB18C-4046-4C78-A4DC-3FB588BDED95}" presName="rootText" presStyleLbl="node3" presStyleIdx="1" presStyleCnt="6">
        <dgm:presLayoutVars>
          <dgm:chPref val="3"/>
        </dgm:presLayoutVars>
      </dgm:prSet>
      <dgm:spPr/>
    </dgm:pt>
    <dgm:pt modelId="{678773B5-BE4B-4F37-8708-4F459C0A8FAE}" type="pres">
      <dgm:prSet presAssocID="{D1DBB18C-4046-4C78-A4DC-3FB588BDED95}" presName="rootConnector" presStyleLbl="node3" presStyleIdx="1" presStyleCnt="6"/>
      <dgm:spPr/>
    </dgm:pt>
    <dgm:pt modelId="{92E764AB-EC11-4F19-92BC-6B130B30E460}" type="pres">
      <dgm:prSet presAssocID="{D1DBB18C-4046-4C78-A4DC-3FB588BDED95}" presName="hierChild4" presStyleCnt="0"/>
      <dgm:spPr/>
    </dgm:pt>
    <dgm:pt modelId="{96DD875F-92D1-4653-9C7E-65546423A131}" type="pres">
      <dgm:prSet presAssocID="{D1DBB18C-4046-4C78-A4DC-3FB588BDED95}" presName="hierChild5" presStyleCnt="0"/>
      <dgm:spPr/>
    </dgm:pt>
    <dgm:pt modelId="{CA639E50-6AB6-4F58-AA11-96284D895574}" type="pres">
      <dgm:prSet presAssocID="{29213171-B8EC-439B-A3A9-4D285A0DC954}" presName="hierChild5" presStyleCnt="0"/>
      <dgm:spPr/>
    </dgm:pt>
    <dgm:pt modelId="{9D8AF671-C5BE-4570-858C-3A51AC388804}" type="pres">
      <dgm:prSet presAssocID="{E58C3BBA-A609-434D-9BA0-5CF780D42D39}" presName="Name35" presStyleLbl="parChTrans1D2" presStyleIdx="1" presStyleCnt="3"/>
      <dgm:spPr/>
    </dgm:pt>
    <dgm:pt modelId="{995BEE2F-DA88-415A-AF07-D5039C5FC497}" type="pres">
      <dgm:prSet presAssocID="{B7EE91A6-4165-4C6B-9E24-0145C3F0DE57}" presName="hierRoot2" presStyleCnt="0">
        <dgm:presLayoutVars>
          <dgm:hierBranch val="r"/>
        </dgm:presLayoutVars>
      </dgm:prSet>
      <dgm:spPr/>
    </dgm:pt>
    <dgm:pt modelId="{88243AB5-16AF-490B-B8F3-5ED5A49DE421}" type="pres">
      <dgm:prSet presAssocID="{B7EE91A6-4165-4C6B-9E24-0145C3F0DE57}" presName="rootComposite" presStyleCnt="0"/>
      <dgm:spPr/>
    </dgm:pt>
    <dgm:pt modelId="{1977C0EE-8608-4697-A303-FD8515E1B7B6}" type="pres">
      <dgm:prSet presAssocID="{B7EE91A6-4165-4C6B-9E24-0145C3F0DE57}" presName="rootText" presStyleLbl="node2" presStyleIdx="1" presStyleCnt="3">
        <dgm:presLayoutVars>
          <dgm:chPref val="3"/>
        </dgm:presLayoutVars>
      </dgm:prSet>
      <dgm:spPr/>
    </dgm:pt>
    <dgm:pt modelId="{8D11CFC1-3EE9-463F-9A14-BAB89ADB9E8C}" type="pres">
      <dgm:prSet presAssocID="{B7EE91A6-4165-4C6B-9E24-0145C3F0DE57}" presName="rootConnector" presStyleLbl="node2" presStyleIdx="1" presStyleCnt="3"/>
      <dgm:spPr/>
    </dgm:pt>
    <dgm:pt modelId="{50B601B6-4B8C-460D-BA4B-A4ACCA9170B9}" type="pres">
      <dgm:prSet presAssocID="{B7EE91A6-4165-4C6B-9E24-0145C3F0DE57}" presName="hierChild4" presStyleCnt="0"/>
      <dgm:spPr/>
    </dgm:pt>
    <dgm:pt modelId="{90DA26D2-8A27-4A30-A175-5899BB0D2C39}" type="pres">
      <dgm:prSet presAssocID="{CC1C5DA3-424A-4D84-8109-AF81BEF03F56}" presName="Name50" presStyleLbl="parChTrans1D3" presStyleIdx="2" presStyleCnt="6"/>
      <dgm:spPr/>
    </dgm:pt>
    <dgm:pt modelId="{4FEB0F73-BE17-4D3F-AAD1-FE8F0FEE8194}" type="pres">
      <dgm:prSet presAssocID="{BE86E269-4618-41BC-9B7A-04C36CBCBCC1}" presName="hierRoot2" presStyleCnt="0">
        <dgm:presLayoutVars>
          <dgm:hierBranch val="r"/>
        </dgm:presLayoutVars>
      </dgm:prSet>
      <dgm:spPr/>
    </dgm:pt>
    <dgm:pt modelId="{034C14A7-BB3C-4B19-81CE-622576F3C2ED}" type="pres">
      <dgm:prSet presAssocID="{BE86E269-4618-41BC-9B7A-04C36CBCBCC1}" presName="rootComposite" presStyleCnt="0"/>
      <dgm:spPr/>
    </dgm:pt>
    <dgm:pt modelId="{6C019F74-C20B-44D0-8984-9897A27D379B}" type="pres">
      <dgm:prSet presAssocID="{BE86E269-4618-41BC-9B7A-04C36CBCBCC1}" presName="rootText" presStyleLbl="node3" presStyleIdx="2" presStyleCnt="6">
        <dgm:presLayoutVars>
          <dgm:chPref val="3"/>
        </dgm:presLayoutVars>
      </dgm:prSet>
      <dgm:spPr/>
    </dgm:pt>
    <dgm:pt modelId="{E3F1B60B-A40A-4667-B2E9-FA7D8F1D9962}" type="pres">
      <dgm:prSet presAssocID="{BE86E269-4618-41BC-9B7A-04C36CBCBCC1}" presName="rootConnector" presStyleLbl="node3" presStyleIdx="2" presStyleCnt="6"/>
      <dgm:spPr/>
    </dgm:pt>
    <dgm:pt modelId="{C984A4BE-2DF7-44D8-86D8-50B4CEF8CD86}" type="pres">
      <dgm:prSet presAssocID="{BE86E269-4618-41BC-9B7A-04C36CBCBCC1}" presName="hierChild4" presStyleCnt="0"/>
      <dgm:spPr/>
    </dgm:pt>
    <dgm:pt modelId="{D5587980-5223-42E6-AA91-C8D2B61A41D1}" type="pres">
      <dgm:prSet presAssocID="{BE86E269-4618-41BC-9B7A-04C36CBCBCC1}" presName="hierChild5" presStyleCnt="0"/>
      <dgm:spPr/>
    </dgm:pt>
    <dgm:pt modelId="{0810A2AB-F842-4B20-A4FE-A900738CACBA}" type="pres">
      <dgm:prSet presAssocID="{7B8ABA53-4AA4-45D1-8F14-FC71BE184EC0}" presName="Name50" presStyleLbl="parChTrans1D3" presStyleIdx="3" presStyleCnt="6"/>
      <dgm:spPr/>
    </dgm:pt>
    <dgm:pt modelId="{899C6CB5-4C42-470D-8FA9-33A731EA2597}" type="pres">
      <dgm:prSet presAssocID="{18AA0BB6-F4F6-4666-88BD-FBBAEC0CD168}" presName="hierRoot2" presStyleCnt="0">
        <dgm:presLayoutVars>
          <dgm:hierBranch val="r"/>
        </dgm:presLayoutVars>
      </dgm:prSet>
      <dgm:spPr/>
    </dgm:pt>
    <dgm:pt modelId="{3B838FDD-D1CE-4657-943B-2DD783871A0C}" type="pres">
      <dgm:prSet presAssocID="{18AA0BB6-F4F6-4666-88BD-FBBAEC0CD168}" presName="rootComposite" presStyleCnt="0"/>
      <dgm:spPr/>
    </dgm:pt>
    <dgm:pt modelId="{7FCAB6F5-5103-4075-BCA7-137C75CCE76F}" type="pres">
      <dgm:prSet presAssocID="{18AA0BB6-F4F6-4666-88BD-FBBAEC0CD168}" presName="rootText" presStyleLbl="node3" presStyleIdx="3" presStyleCnt="6">
        <dgm:presLayoutVars>
          <dgm:chPref val="3"/>
        </dgm:presLayoutVars>
      </dgm:prSet>
      <dgm:spPr/>
    </dgm:pt>
    <dgm:pt modelId="{14ECD85C-129A-43A0-A91A-D880EB8D1778}" type="pres">
      <dgm:prSet presAssocID="{18AA0BB6-F4F6-4666-88BD-FBBAEC0CD168}" presName="rootConnector" presStyleLbl="node3" presStyleIdx="3" presStyleCnt="6"/>
      <dgm:spPr/>
    </dgm:pt>
    <dgm:pt modelId="{F4163608-E759-4329-91E1-BE260ECB3C82}" type="pres">
      <dgm:prSet presAssocID="{18AA0BB6-F4F6-4666-88BD-FBBAEC0CD168}" presName="hierChild4" presStyleCnt="0"/>
      <dgm:spPr/>
    </dgm:pt>
    <dgm:pt modelId="{9C2978F7-18DF-4D30-85AA-204A88488962}" type="pres">
      <dgm:prSet presAssocID="{18AA0BB6-F4F6-4666-88BD-FBBAEC0CD168}" presName="hierChild5" presStyleCnt="0"/>
      <dgm:spPr/>
    </dgm:pt>
    <dgm:pt modelId="{D698EC10-AD54-4397-BBEC-D6064E2C0F7C}" type="pres">
      <dgm:prSet presAssocID="{B7EE91A6-4165-4C6B-9E24-0145C3F0DE57}" presName="hierChild5" presStyleCnt="0"/>
      <dgm:spPr/>
    </dgm:pt>
    <dgm:pt modelId="{3D295E27-A2D2-4CE6-BE52-BCF31591EA3D}" type="pres">
      <dgm:prSet presAssocID="{3CCF04A7-00C6-4066-BF1C-B9F46F5902BB}" presName="Name35" presStyleLbl="parChTrans1D2" presStyleIdx="2" presStyleCnt="3"/>
      <dgm:spPr/>
    </dgm:pt>
    <dgm:pt modelId="{6B5BB76E-62F3-4AD5-8C87-2489C41394D8}" type="pres">
      <dgm:prSet presAssocID="{05F845E4-BDDA-4ADC-8B48-7316C296CE3B}" presName="hierRoot2" presStyleCnt="0">
        <dgm:presLayoutVars>
          <dgm:hierBranch val="r"/>
        </dgm:presLayoutVars>
      </dgm:prSet>
      <dgm:spPr/>
    </dgm:pt>
    <dgm:pt modelId="{5F58CEA6-72F9-4442-8CA8-668FDE0E6B07}" type="pres">
      <dgm:prSet presAssocID="{05F845E4-BDDA-4ADC-8B48-7316C296CE3B}" presName="rootComposite" presStyleCnt="0"/>
      <dgm:spPr/>
    </dgm:pt>
    <dgm:pt modelId="{148EB107-9223-4A4C-A592-C83E358AFB46}" type="pres">
      <dgm:prSet presAssocID="{05F845E4-BDDA-4ADC-8B48-7316C296CE3B}" presName="rootText" presStyleLbl="node2" presStyleIdx="2" presStyleCnt="3">
        <dgm:presLayoutVars>
          <dgm:chPref val="3"/>
        </dgm:presLayoutVars>
      </dgm:prSet>
      <dgm:spPr/>
    </dgm:pt>
    <dgm:pt modelId="{107E9297-9865-4F1B-8EFB-0A7246F87036}" type="pres">
      <dgm:prSet presAssocID="{05F845E4-BDDA-4ADC-8B48-7316C296CE3B}" presName="rootConnector" presStyleLbl="node2" presStyleIdx="2" presStyleCnt="3"/>
      <dgm:spPr/>
    </dgm:pt>
    <dgm:pt modelId="{5CBCCA9A-C02C-43DB-9C0A-E53186254118}" type="pres">
      <dgm:prSet presAssocID="{05F845E4-BDDA-4ADC-8B48-7316C296CE3B}" presName="hierChild4" presStyleCnt="0"/>
      <dgm:spPr/>
    </dgm:pt>
    <dgm:pt modelId="{C0240599-65C7-4FDC-B363-ADB08F62E9E8}" type="pres">
      <dgm:prSet presAssocID="{6AAAD90B-919C-464B-B9B0-D555177E598F}" presName="Name50" presStyleLbl="parChTrans1D3" presStyleIdx="4" presStyleCnt="6"/>
      <dgm:spPr/>
    </dgm:pt>
    <dgm:pt modelId="{DA8D6678-8F59-44D9-B1EC-9C125ABC23DF}" type="pres">
      <dgm:prSet presAssocID="{F15E9929-0FFB-47DB-B33F-108A2D0015B5}" presName="hierRoot2" presStyleCnt="0">
        <dgm:presLayoutVars>
          <dgm:hierBranch val="r"/>
        </dgm:presLayoutVars>
      </dgm:prSet>
      <dgm:spPr/>
    </dgm:pt>
    <dgm:pt modelId="{BBCFF04E-592A-4B19-B48C-773B7A342DC1}" type="pres">
      <dgm:prSet presAssocID="{F15E9929-0FFB-47DB-B33F-108A2D0015B5}" presName="rootComposite" presStyleCnt="0"/>
      <dgm:spPr/>
    </dgm:pt>
    <dgm:pt modelId="{D3BE92DA-7DDB-4297-96A4-ABA644A69E4A}" type="pres">
      <dgm:prSet presAssocID="{F15E9929-0FFB-47DB-B33F-108A2D0015B5}" presName="rootText" presStyleLbl="node3" presStyleIdx="4" presStyleCnt="6">
        <dgm:presLayoutVars>
          <dgm:chPref val="3"/>
        </dgm:presLayoutVars>
      </dgm:prSet>
      <dgm:spPr/>
    </dgm:pt>
    <dgm:pt modelId="{180C1804-3DB2-4D69-AE6D-EF16A951B4D2}" type="pres">
      <dgm:prSet presAssocID="{F15E9929-0FFB-47DB-B33F-108A2D0015B5}" presName="rootConnector" presStyleLbl="node3" presStyleIdx="4" presStyleCnt="6"/>
      <dgm:spPr/>
    </dgm:pt>
    <dgm:pt modelId="{39F3D15E-6E5E-4FEE-8191-B437014AF9FE}" type="pres">
      <dgm:prSet presAssocID="{F15E9929-0FFB-47DB-B33F-108A2D0015B5}" presName="hierChild4" presStyleCnt="0"/>
      <dgm:spPr/>
    </dgm:pt>
    <dgm:pt modelId="{C5D8FE5B-BE92-4DAA-BD52-EB97A2E43B9B}" type="pres">
      <dgm:prSet presAssocID="{F15E9929-0FFB-47DB-B33F-108A2D0015B5}" presName="hierChild5" presStyleCnt="0"/>
      <dgm:spPr/>
    </dgm:pt>
    <dgm:pt modelId="{F4A9710A-236B-4932-B3AE-E5D27DD20B52}" type="pres">
      <dgm:prSet presAssocID="{5BA90CF3-EB13-43B3-818D-1942081E5B93}" presName="Name50" presStyleLbl="parChTrans1D3" presStyleIdx="5" presStyleCnt="6"/>
      <dgm:spPr/>
    </dgm:pt>
    <dgm:pt modelId="{FA31AF2C-2183-413A-B8D1-92BC383F2511}" type="pres">
      <dgm:prSet presAssocID="{98482C8D-152A-479A-9BBC-442739FCF0F2}" presName="hierRoot2" presStyleCnt="0">
        <dgm:presLayoutVars>
          <dgm:hierBranch val="r"/>
        </dgm:presLayoutVars>
      </dgm:prSet>
      <dgm:spPr/>
    </dgm:pt>
    <dgm:pt modelId="{1889451F-1336-4CE6-AE63-F830BC1E5015}" type="pres">
      <dgm:prSet presAssocID="{98482C8D-152A-479A-9BBC-442739FCF0F2}" presName="rootComposite" presStyleCnt="0"/>
      <dgm:spPr/>
    </dgm:pt>
    <dgm:pt modelId="{016F827B-DCDF-4A42-A96E-91D0FC42222C}" type="pres">
      <dgm:prSet presAssocID="{98482C8D-152A-479A-9BBC-442739FCF0F2}" presName="rootText" presStyleLbl="node3" presStyleIdx="5" presStyleCnt="6">
        <dgm:presLayoutVars>
          <dgm:chPref val="3"/>
        </dgm:presLayoutVars>
      </dgm:prSet>
      <dgm:spPr/>
    </dgm:pt>
    <dgm:pt modelId="{F68F490F-B96B-43B5-8053-F6F7638EC4B1}" type="pres">
      <dgm:prSet presAssocID="{98482C8D-152A-479A-9BBC-442739FCF0F2}" presName="rootConnector" presStyleLbl="node3" presStyleIdx="5" presStyleCnt="6"/>
      <dgm:spPr/>
    </dgm:pt>
    <dgm:pt modelId="{8EAE1A02-3A0D-4915-AD09-641142937E57}" type="pres">
      <dgm:prSet presAssocID="{98482C8D-152A-479A-9BBC-442739FCF0F2}" presName="hierChild4" presStyleCnt="0"/>
      <dgm:spPr/>
    </dgm:pt>
    <dgm:pt modelId="{6993A482-8279-478C-8282-1B5506211AF3}" type="pres">
      <dgm:prSet presAssocID="{98482C8D-152A-479A-9BBC-442739FCF0F2}" presName="hierChild5" presStyleCnt="0"/>
      <dgm:spPr/>
    </dgm:pt>
    <dgm:pt modelId="{F41DCE6B-85B8-43D8-9569-D4C6F77C8C52}" type="pres">
      <dgm:prSet presAssocID="{05F845E4-BDDA-4ADC-8B48-7316C296CE3B}" presName="hierChild5" presStyleCnt="0"/>
      <dgm:spPr/>
    </dgm:pt>
    <dgm:pt modelId="{AFE6CEF5-E90D-4985-BFCD-16A8F720BF38}" type="pres">
      <dgm:prSet presAssocID="{D39C8DF3-D44D-4026-AF8B-1F6B21EDC1A8}" presName="hierChild3" presStyleCnt="0"/>
      <dgm:spPr/>
    </dgm:pt>
  </dgm:ptLst>
  <dgm:cxnLst>
    <dgm:cxn modelId="{BEDA4D0F-47E9-4540-9FAD-0939C2EB7E29}" srcId="{B7EE91A6-4165-4C6B-9E24-0145C3F0DE57}" destId="{18AA0BB6-F4F6-4666-88BD-FBBAEC0CD168}" srcOrd="1" destOrd="0" parTransId="{7B8ABA53-4AA4-45D1-8F14-FC71BE184EC0}" sibTransId="{476D0873-F05B-4DDC-B08C-66CF9EBC6A46}"/>
    <dgm:cxn modelId="{C9DC6E13-3821-4AE6-86B0-EE7E060CD5F0}" srcId="{29213171-B8EC-439B-A3A9-4D285A0DC954}" destId="{D1DBB18C-4046-4C78-A4DC-3FB588BDED95}" srcOrd="1" destOrd="0" parTransId="{21820C7E-D7FB-4D89-98DD-C90B08857D3F}" sibTransId="{C2BEE468-2D88-41E3-BA58-A228CC7889BD}"/>
    <dgm:cxn modelId="{5E27BC13-5050-4A74-B370-D43DE88D5EFC}" type="presOf" srcId="{D39C8DF3-D44D-4026-AF8B-1F6B21EDC1A8}" destId="{382633CE-7A49-4C5B-91D4-394E322C010D}" srcOrd="1" destOrd="0" presId="urn:microsoft.com/office/officeart/2005/8/layout/orgChart1"/>
    <dgm:cxn modelId="{8266A716-C86C-44AE-A0BA-B93601F9818B}" type="presOf" srcId="{D39C8DF3-D44D-4026-AF8B-1F6B21EDC1A8}" destId="{D46B4BB0-21A6-44CC-8982-DEA261671853}" srcOrd="0" destOrd="0" presId="urn:microsoft.com/office/officeart/2005/8/layout/orgChart1"/>
    <dgm:cxn modelId="{1BBBDC1C-4C70-49BD-83AC-CC94E533DDCE}" srcId="{E88FBBDE-7382-4959-A5CD-5555235D891A}" destId="{D39C8DF3-D44D-4026-AF8B-1F6B21EDC1A8}" srcOrd="0" destOrd="0" parTransId="{2DD28229-B1CA-4327-B8B1-244A0ED002CE}" sibTransId="{B5FE452B-B013-4521-955E-A4AC2C75F6D8}"/>
    <dgm:cxn modelId="{EB306F21-AB83-4E3A-9C13-B69C0E480D7B}" srcId="{B7EE91A6-4165-4C6B-9E24-0145C3F0DE57}" destId="{BE86E269-4618-41BC-9B7A-04C36CBCBCC1}" srcOrd="0" destOrd="0" parTransId="{CC1C5DA3-424A-4D84-8109-AF81BEF03F56}" sibTransId="{CA998291-C566-4497-A93A-635E0AEC02B2}"/>
    <dgm:cxn modelId="{E0745129-7669-4375-A363-09953BC98D82}" type="presOf" srcId="{D1DBB18C-4046-4C78-A4DC-3FB588BDED95}" destId="{E6D9353D-5D5E-4000-AA7F-0D063DFB24DB}" srcOrd="0" destOrd="0" presId="urn:microsoft.com/office/officeart/2005/8/layout/orgChart1"/>
    <dgm:cxn modelId="{B73EDC2C-7076-4E57-B317-60FE49B95F18}" type="presOf" srcId="{D1DBB18C-4046-4C78-A4DC-3FB588BDED95}" destId="{678773B5-BE4B-4F37-8708-4F459C0A8FAE}" srcOrd="1" destOrd="0" presId="urn:microsoft.com/office/officeart/2005/8/layout/orgChart1"/>
    <dgm:cxn modelId="{DBA7612E-2183-4AC3-995C-87A0F0311A35}" type="presOf" srcId="{98482C8D-152A-479A-9BBC-442739FCF0F2}" destId="{F68F490F-B96B-43B5-8053-F6F7638EC4B1}" srcOrd="1" destOrd="0" presId="urn:microsoft.com/office/officeart/2005/8/layout/orgChart1"/>
    <dgm:cxn modelId="{F43BC931-BB89-4676-A417-CBFC4A93C702}" type="presOf" srcId="{B7EE91A6-4165-4C6B-9E24-0145C3F0DE57}" destId="{1977C0EE-8608-4697-A303-FD8515E1B7B6}" srcOrd="0" destOrd="0" presId="urn:microsoft.com/office/officeart/2005/8/layout/orgChart1"/>
    <dgm:cxn modelId="{CC908735-6FC0-4876-9F4C-852D79234E3E}" type="presOf" srcId="{3CCF04A7-00C6-4066-BF1C-B9F46F5902BB}" destId="{3D295E27-A2D2-4CE6-BE52-BCF31591EA3D}" srcOrd="0" destOrd="0" presId="urn:microsoft.com/office/officeart/2005/8/layout/orgChart1"/>
    <dgm:cxn modelId="{8A50ED35-4D92-47B8-8F91-56F6E78296EE}" type="presOf" srcId="{A2DD73F4-38EE-4720-995F-73A76C732D60}" destId="{07FB6AD0-DC24-42FE-B0C9-09251CC66964}" srcOrd="0" destOrd="0" presId="urn:microsoft.com/office/officeart/2005/8/layout/orgChart1"/>
    <dgm:cxn modelId="{A99AA93B-81AD-44CB-870E-08C53AB404F4}" srcId="{05F845E4-BDDA-4ADC-8B48-7316C296CE3B}" destId="{98482C8D-152A-479A-9BBC-442739FCF0F2}" srcOrd="1" destOrd="0" parTransId="{5BA90CF3-EB13-43B3-818D-1942081E5B93}" sibTransId="{FD90567A-9345-4A13-99AE-A59B4CEAB030}"/>
    <dgm:cxn modelId="{FAE8383D-99EC-4533-8E76-ACD414114FAF}" type="presOf" srcId="{5BA90CF3-EB13-43B3-818D-1942081E5B93}" destId="{F4A9710A-236B-4932-B3AE-E5D27DD20B52}" srcOrd="0" destOrd="0" presId="urn:microsoft.com/office/officeart/2005/8/layout/orgChart1"/>
    <dgm:cxn modelId="{628C266B-8D61-4AB8-9FF5-44B0021913ED}" type="presOf" srcId="{05F845E4-BDDA-4ADC-8B48-7316C296CE3B}" destId="{148EB107-9223-4A4C-A592-C83E358AFB46}" srcOrd="0" destOrd="0" presId="urn:microsoft.com/office/officeart/2005/8/layout/orgChart1"/>
    <dgm:cxn modelId="{2E96034D-DCC7-4233-8665-EE3AE6E42EF6}" type="presOf" srcId="{F15E9929-0FFB-47DB-B33F-108A2D0015B5}" destId="{D3BE92DA-7DDB-4297-96A4-ABA644A69E4A}" srcOrd="0" destOrd="0" presId="urn:microsoft.com/office/officeart/2005/8/layout/orgChart1"/>
    <dgm:cxn modelId="{4D96F351-4A81-496E-A6A8-9C69FB12A3CB}" type="presOf" srcId="{18AA0BB6-F4F6-4666-88BD-FBBAEC0CD168}" destId="{14ECD85C-129A-43A0-A91A-D880EB8D1778}" srcOrd="1" destOrd="0" presId="urn:microsoft.com/office/officeart/2005/8/layout/orgChart1"/>
    <dgm:cxn modelId="{D091C087-2E52-4038-9AE9-E117DB2EA5CF}" type="presOf" srcId="{18AA0BB6-F4F6-4666-88BD-FBBAEC0CD168}" destId="{7FCAB6F5-5103-4075-BCA7-137C75CCE76F}" srcOrd="0" destOrd="0" presId="urn:microsoft.com/office/officeart/2005/8/layout/orgChart1"/>
    <dgm:cxn modelId="{6CA2C98D-E2DC-4EE8-894C-A3AEC83A00A3}" type="presOf" srcId="{E88FBBDE-7382-4959-A5CD-5555235D891A}" destId="{516D215B-6ECA-46B6-AE71-7F911A06CA8B}" srcOrd="0" destOrd="0" presId="urn:microsoft.com/office/officeart/2005/8/layout/orgChart1"/>
    <dgm:cxn modelId="{1E79D98F-49C2-4036-AAE1-683D0C6C8D2F}" type="presOf" srcId="{F15E9929-0FFB-47DB-B33F-108A2D0015B5}" destId="{180C1804-3DB2-4D69-AE6D-EF16A951B4D2}" srcOrd="1" destOrd="0" presId="urn:microsoft.com/office/officeart/2005/8/layout/orgChart1"/>
    <dgm:cxn modelId="{346B1B95-0DAF-49B7-8FBC-5EF5F42A91BC}" type="presOf" srcId="{BE86E269-4618-41BC-9B7A-04C36CBCBCC1}" destId="{6C019F74-C20B-44D0-8984-9897A27D379B}" srcOrd="0" destOrd="0" presId="urn:microsoft.com/office/officeart/2005/8/layout/orgChart1"/>
    <dgm:cxn modelId="{F4558C97-7691-499A-9713-352C464918A2}" type="presOf" srcId="{6AAAD90B-919C-464B-B9B0-D555177E598F}" destId="{C0240599-65C7-4FDC-B363-ADB08F62E9E8}" srcOrd="0" destOrd="0" presId="urn:microsoft.com/office/officeart/2005/8/layout/orgChart1"/>
    <dgm:cxn modelId="{3C859897-85A2-416E-A2CF-33CA8EF9BE96}" srcId="{D39C8DF3-D44D-4026-AF8B-1F6B21EDC1A8}" destId="{B7EE91A6-4165-4C6B-9E24-0145C3F0DE57}" srcOrd="1" destOrd="0" parTransId="{E58C3BBA-A609-434D-9BA0-5CF780D42D39}" sibTransId="{962800B2-E8A4-46F3-9F8D-2221A514B43E}"/>
    <dgm:cxn modelId="{F1891098-37B1-4884-9570-A9D46C203825}" type="presOf" srcId="{05F845E4-BDDA-4ADC-8B48-7316C296CE3B}" destId="{107E9297-9865-4F1B-8EFB-0A7246F87036}" srcOrd="1" destOrd="0" presId="urn:microsoft.com/office/officeart/2005/8/layout/orgChart1"/>
    <dgm:cxn modelId="{D59DE7A2-10CB-48F8-9205-8CF4D3FFC358}" srcId="{D39C8DF3-D44D-4026-AF8B-1F6B21EDC1A8}" destId="{29213171-B8EC-439B-A3A9-4D285A0DC954}" srcOrd="0" destOrd="0" parTransId="{48266268-9589-449E-AB02-48D4490725FF}" sibTransId="{EAF132E5-E142-42EC-BDEA-FC23A3C750F2}"/>
    <dgm:cxn modelId="{EF4830A3-8BCB-48D2-B77C-41616360CAD3}" srcId="{D39C8DF3-D44D-4026-AF8B-1F6B21EDC1A8}" destId="{05F845E4-BDDA-4ADC-8B48-7316C296CE3B}" srcOrd="2" destOrd="0" parTransId="{3CCF04A7-00C6-4066-BF1C-B9F46F5902BB}" sibTransId="{FB52DFF0-6311-4254-9374-7B802DC198DF}"/>
    <dgm:cxn modelId="{A4043CB2-F672-44EE-80C7-8A78D1D3BD2F}" type="presOf" srcId="{98482C8D-152A-479A-9BBC-442739FCF0F2}" destId="{016F827B-DCDF-4A42-A96E-91D0FC42222C}" srcOrd="0" destOrd="0" presId="urn:microsoft.com/office/officeart/2005/8/layout/orgChart1"/>
    <dgm:cxn modelId="{EBF3A3B4-76E6-45B9-BE61-B4817B91E5E7}" type="presOf" srcId="{E58C3BBA-A609-434D-9BA0-5CF780D42D39}" destId="{9D8AF671-C5BE-4570-858C-3A51AC388804}" srcOrd="0" destOrd="0" presId="urn:microsoft.com/office/officeart/2005/8/layout/orgChart1"/>
    <dgm:cxn modelId="{025E93B5-9A55-4257-9CB8-BA2ABF35EEB0}" srcId="{29213171-B8EC-439B-A3A9-4D285A0DC954}" destId="{99BADB0B-A820-4145-AFD9-C5229E76931A}" srcOrd="0" destOrd="0" parTransId="{A2DD73F4-38EE-4720-995F-73A76C732D60}" sibTransId="{B8E684E5-507D-41F0-84E8-FCA8EB3CA274}"/>
    <dgm:cxn modelId="{4132B3BA-F0D3-4E39-B9A4-691FC8C798F9}" type="presOf" srcId="{CC1C5DA3-424A-4D84-8109-AF81BEF03F56}" destId="{90DA26D2-8A27-4A30-A175-5899BB0D2C39}" srcOrd="0" destOrd="0" presId="urn:microsoft.com/office/officeart/2005/8/layout/orgChart1"/>
    <dgm:cxn modelId="{BD96DFC3-C261-4204-9ABB-64F9FD78223E}" type="presOf" srcId="{29213171-B8EC-439B-A3A9-4D285A0DC954}" destId="{2541F5F4-AEEC-4953-9E8E-EE90CF70B6F4}" srcOrd="1" destOrd="0" presId="urn:microsoft.com/office/officeart/2005/8/layout/orgChart1"/>
    <dgm:cxn modelId="{7F2D13CE-1760-419D-B046-371A0A53AD4B}" type="presOf" srcId="{7B8ABA53-4AA4-45D1-8F14-FC71BE184EC0}" destId="{0810A2AB-F842-4B20-A4FE-A900738CACBA}" srcOrd="0" destOrd="0" presId="urn:microsoft.com/office/officeart/2005/8/layout/orgChart1"/>
    <dgm:cxn modelId="{33BB59D3-94AA-46AD-B361-67261C987229}" type="presOf" srcId="{48266268-9589-449E-AB02-48D4490725FF}" destId="{7BD081A5-B3C0-41EF-9A53-4EACE83415F1}" srcOrd="0" destOrd="0" presId="urn:microsoft.com/office/officeart/2005/8/layout/orgChart1"/>
    <dgm:cxn modelId="{FF5DCEE1-7624-4679-B121-543D84F60997}" type="presOf" srcId="{29213171-B8EC-439B-A3A9-4D285A0DC954}" destId="{D051CF94-B504-48B0-8DA6-621DEA6AA624}" srcOrd="0" destOrd="0" presId="urn:microsoft.com/office/officeart/2005/8/layout/orgChart1"/>
    <dgm:cxn modelId="{28965AE2-4B5A-464A-9571-2B46E8993B8E}" srcId="{05F845E4-BDDA-4ADC-8B48-7316C296CE3B}" destId="{F15E9929-0FFB-47DB-B33F-108A2D0015B5}" srcOrd="0" destOrd="0" parTransId="{6AAAD90B-919C-464B-B9B0-D555177E598F}" sibTransId="{5380ACFF-F375-4C02-9C4E-6B775D0AC55F}"/>
    <dgm:cxn modelId="{D8581FE8-6F96-4891-86AE-B4083DDE368B}" type="presOf" srcId="{21820C7E-D7FB-4D89-98DD-C90B08857D3F}" destId="{8E1004DB-3024-4665-8254-2AE6CB6FDC87}" srcOrd="0" destOrd="0" presId="urn:microsoft.com/office/officeart/2005/8/layout/orgChart1"/>
    <dgm:cxn modelId="{76DF98E8-9643-46AA-9299-DA156FCD448A}" type="presOf" srcId="{B7EE91A6-4165-4C6B-9E24-0145C3F0DE57}" destId="{8D11CFC1-3EE9-463F-9A14-BAB89ADB9E8C}" srcOrd="1" destOrd="0" presId="urn:microsoft.com/office/officeart/2005/8/layout/orgChart1"/>
    <dgm:cxn modelId="{864727ED-1B7A-46EA-8BE7-BFF036F2793C}" type="presOf" srcId="{99BADB0B-A820-4145-AFD9-C5229E76931A}" destId="{97A78694-8CC7-47B3-8EE9-6D15BA776F62}" srcOrd="1" destOrd="0" presId="urn:microsoft.com/office/officeart/2005/8/layout/orgChart1"/>
    <dgm:cxn modelId="{2DC613F6-476B-4C39-A042-E07E078E2999}" type="presOf" srcId="{99BADB0B-A820-4145-AFD9-C5229E76931A}" destId="{EA54C051-9A03-4A09-9F31-E8D6BD28B9BC}" srcOrd="0" destOrd="0" presId="urn:microsoft.com/office/officeart/2005/8/layout/orgChart1"/>
    <dgm:cxn modelId="{356725FA-01B4-4039-8967-86F277F6AAF7}" type="presOf" srcId="{BE86E269-4618-41BC-9B7A-04C36CBCBCC1}" destId="{E3F1B60B-A40A-4667-B2E9-FA7D8F1D9962}" srcOrd="1" destOrd="0" presId="urn:microsoft.com/office/officeart/2005/8/layout/orgChart1"/>
    <dgm:cxn modelId="{2DA4E5B2-2823-49C6-AA51-2418BF3212AB}" type="presParOf" srcId="{516D215B-6ECA-46B6-AE71-7F911A06CA8B}" destId="{3843D6BA-7E31-4216-B11A-EE68D404F34C}" srcOrd="0" destOrd="0" presId="urn:microsoft.com/office/officeart/2005/8/layout/orgChart1"/>
    <dgm:cxn modelId="{8035EA64-E1A1-4FFC-9D7B-68B09EED3C7B}" type="presParOf" srcId="{3843D6BA-7E31-4216-B11A-EE68D404F34C}" destId="{632A9462-4433-4E6C-8756-AFAFEC18E267}" srcOrd="0" destOrd="0" presId="urn:microsoft.com/office/officeart/2005/8/layout/orgChart1"/>
    <dgm:cxn modelId="{4EB552D8-D880-442C-B025-90C7A52680C1}" type="presParOf" srcId="{632A9462-4433-4E6C-8756-AFAFEC18E267}" destId="{D46B4BB0-21A6-44CC-8982-DEA261671853}" srcOrd="0" destOrd="0" presId="urn:microsoft.com/office/officeart/2005/8/layout/orgChart1"/>
    <dgm:cxn modelId="{B76D4A4A-05D8-402C-9602-52AD0683C2F2}" type="presParOf" srcId="{632A9462-4433-4E6C-8756-AFAFEC18E267}" destId="{382633CE-7A49-4C5B-91D4-394E322C010D}" srcOrd="1" destOrd="0" presId="urn:microsoft.com/office/officeart/2005/8/layout/orgChart1"/>
    <dgm:cxn modelId="{77B55C4D-1952-45F5-9022-B1C8330A221E}" type="presParOf" srcId="{3843D6BA-7E31-4216-B11A-EE68D404F34C}" destId="{838C9039-3B6B-40D2-9FB2-ABABC3936C38}" srcOrd="1" destOrd="0" presId="urn:microsoft.com/office/officeart/2005/8/layout/orgChart1"/>
    <dgm:cxn modelId="{5E388538-70ED-4FC8-BF41-22E163676625}" type="presParOf" srcId="{838C9039-3B6B-40D2-9FB2-ABABC3936C38}" destId="{7BD081A5-B3C0-41EF-9A53-4EACE83415F1}" srcOrd="0" destOrd="0" presId="urn:microsoft.com/office/officeart/2005/8/layout/orgChart1"/>
    <dgm:cxn modelId="{A4DF58CD-4B4D-4800-83B6-233F4B5BC096}" type="presParOf" srcId="{838C9039-3B6B-40D2-9FB2-ABABC3936C38}" destId="{8D7F0FF5-4326-4694-847F-75B2CC6565BE}" srcOrd="1" destOrd="0" presId="urn:microsoft.com/office/officeart/2005/8/layout/orgChart1"/>
    <dgm:cxn modelId="{D40FDFFB-5A2A-441F-9D6A-CFC3066BF68E}" type="presParOf" srcId="{8D7F0FF5-4326-4694-847F-75B2CC6565BE}" destId="{E173249E-618A-4FC4-9804-F7D184264422}" srcOrd="0" destOrd="0" presId="urn:microsoft.com/office/officeart/2005/8/layout/orgChart1"/>
    <dgm:cxn modelId="{49F9EDCC-2EC4-423A-AD1A-ABB8D7890B5F}" type="presParOf" srcId="{E173249E-618A-4FC4-9804-F7D184264422}" destId="{D051CF94-B504-48B0-8DA6-621DEA6AA624}" srcOrd="0" destOrd="0" presId="urn:microsoft.com/office/officeart/2005/8/layout/orgChart1"/>
    <dgm:cxn modelId="{B0631BE6-22C3-4347-9747-CD768F152849}" type="presParOf" srcId="{E173249E-618A-4FC4-9804-F7D184264422}" destId="{2541F5F4-AEEC-4953-9E8E-EE90CF70B6F4}" srcOrd="1" destOrd="0" presId="urn:microsoft.com/office/officeart/2005/8/layout/orgChart1"/>
    <dgm:cxn modelId="{9BB8B84F-F1C5-49DC-BB3C-FA1CEAD12431}" type="presParOf" srcId="{8D7F0FF5-4326-4694-847F-75B2CC6565BE}" destId="{83435E43-8C89-499C-B8E6-5FA50FA24AD2}" srcOrd="1" destOrd="0" presId="urn:microsoft.com/office/officeart/2005/8/layout/orgChart1"/>
    <dgm:cxn modelId="{6187C67C-DD04-436B-9DC3-C6CD3C453EF5}" type="presParOf" srcId="{83435E43-8C89-499C-B8E6-5FA50FA24AD2}" destId="{07FB6AD0-DC24-42FE-B0C9-09251CC66964}" srcOrd="0" destOrd="0" presId="urn:microsoft.com/office/officeart/2005/8/layout/orgChart1"/>
    <dgm:cxn modelId="{81E63806-9E7A-4198-97E2-866B94F4B17A}" type="presParOf" srcId="{83435E43-8C89-499C-B8E6-5FA50FA24AD2}" destId="{028F2175-9E9C-45D0-A87C-ECD70290894E}" srcOrd="1" destOrd="0" presId="urn:microsoft.com/office/officeart/2005/8/layout/orgChart1"/>
    <dgm:cxn modelId="{BFD1A9CD-B667-4C55-BFDA-5FDDE59EDC35}" type="presParOf" srcId="{028F2175-9E9C-45D0-A87C-ECD70290894E}" destId="{E69A6B34-AE2A-44B8-B690-DBD123657090}" srcOrd="0" destOrd="0" presId="urn:microsoft.com/office/officeart/2005/8/layout/orgChart1"/>
    <dgm:cxn modelId="{B8CBF683-65BA-4EEC-8B99-18AB528E75CC}" type="presParOf" srcId="{E69A6B34-AE2A-44B8-B690-DBD123657090}" destId="{EA54C051-9A03-4A09-9F31-E8D6BD28B9BC}" srcOrd="0" destOrd="0" presId="urn:microsoft.com/office/officeart/2005/8/layout/orgChart1"/>
    <dgm:cxn modelId="{4E216EF8-547E-439D-921C-0600228DBAE9}" type="presParOf" srcId="{E69A6B34-AE2A-44B8-B690-DBD123657090}" destId="{97A78694-8CC7-47B3-8EE9-6D15BA776F62}" srcOrd="1" destOrd="0" presId="urn:microsoft.com/office/officeart/2005/8/layout/orgChart1"/>
    <dgm:cxn modelId="{EAE071AD-CB84-4669-B2A9-775BBC40E130}" type="presParOf" srcId="{028F2175-9E9C-45D0-A87C-ECD70290894E}" destId="{6243BD6E-2079-452C-ACEF-838B2CE20234}" srcOrd="1" destOrd="0" presId="urn:microsoft.com/office/officeart/2005/8/layout/orgChart1"/>
    <dgm:cxn modelId="{543CDED6-CA91-4BC9-B043-FFDBE06B380C}" type="presParOf" srcId="{028F2175-9E9C-45D0-A87C-ECD70290894E}" destId="{EA1B3347-73CE-4B18-87EE-F4EAFC42B4F8}" srcOrd="2" destOrd="0" presId="urn:microsoft.com/office/officeart/2005/8/layout/orgChart1"/>
    <dgm:cxn modelId="{61784892-6042-4403-BE24-60427637B485}" type="presParOf" srcId="{83435E43-8C89-499C-B8E6-5FA50FA24AD2}" destId="{8E1004DB-3024-4665-8254-2AE6CB6FDC87}" srcOrd="2" destOrd="0" presId="urn:microsoft.com/office/officeart/2005/8/layout/orgChart1"/>
    <dgm:cxn modelId="{AB0A4E7A-33CF-43FA-813C-4B86A31DDC7C}" type="presParOf" srcId="{83435E43-8C89-499C-B8E6-5FA50FA24AD2}" destId="{629F2B80-BE77-491B-BFEA-461A645B0C30}" srcOrd="3" destOrd="0" presId="urn:microsoft.com/office/officeart/2005/8/layout/orgChart1"/>
    <dgm:cxn modelId="{4FEE62EB-38D1-4B20-9C21-394947BF14BC}" type="presParOf" srcId="{629F2B80-BE77-491B-BFEA-461A645B0C30}" destId="{33B106A6-AFB8-44B1-87EA-2CB1286FC8B6}" srcOrd="0" destOrd="0" presId="urn:microsoft.com/office/officeart/2005/8/layout/orgChart1"/>
    <dgm:cxn modelId="{2F1AE27A-3F7D-4AB9-85E6-24942EB320D3}" type="presParOf" srcId="{33B106A6-AFB8-44B1-87EA-2CB1286FC8B6}" destId="{E6D9353D-5D5E-4000-AA7F-0D063DFB24DB}" srcOrd="0" destOrd="0" presId="urn:microsoft.com/office/officeart/2005/8/layout/orgChart1"/>
    <dgm:cxn modelId="{A1240165-D3C6-4C5A-A19E-62D0C3CEE2E1}" type="presParOf" srcId="{33B106A6-AFB8-44B1-87EA-2CB1286FC8B6}" destId="{678773B5-BE4B-4F37-8708-4F459C0A8FAE}" srcOrd="1" destOrd="0" presId="urn:microsoft.com/office/officeart/2005/8/layout/orgChart1"/>
    <dgm:cxn modelId="{A1294B5C-601D-4931-B3E8-86E20F500845}" type="presParOf" srcId="{629F2B80-BE77-491B-BFEA-461A645B0C30}" destId="{92E764AB-EC11-4F19-92BC-6B130B30E460}" srcOrd="1" destOrd="0" presId="urn:microsoft.com/office/officeart/2005/8/layout/orgChart1"/>
    <dgm:cxn modelId="{1BE92D24-FBCD-4EAD-80D3-04698662E790}" type="presParOf" srcId="{629F2B80-BE77-491B-BFEA-461A645B0C30}" destId="{96DD875F-92D1-4653-9C7E-65546423A131}" srcOrd="2" destOrd="0" presId="urn:microsoft.com/office/officeart/2005/8/layout/orgChart1"/>
    <dgm:cxn modelId="{29ED0988-5BB4-481B-B7AE-83964769450A}" type="presParOf" srcId="{8D7F0FF5-4326-4694-847F-75B2CC6565BE}" destId="{CA639E50-6AB6-4F58-AA11-96284D895574}" srcOrd="2" destOrd="0" presId="urn:microsoft.com/office/officeart/2005/8/layout/orgChart1"/>
    <dgm:cxn modelId="{65AB8EE5-DC98-40D3-A43F-EE6A6BAC94A0}" type="presParOf" srcId="{838C9039-3B6B-40D2-9FB2-ABABC3936C38}" destId="{9D8AF671-C5BE-4570-858C-3A51AC388804}" srcOrd="2" destOrd="0" presId="urn:microsoft.com/office/officeart/2005/8/layout/orgChart1"/>
    <dgm:cxn modelId="{297AED0E-EC7D-4A26-AB68-7574A4D2368F}" type="presParOf" srcId="{838C9039-3B6B-40D2-9FB2-ABABC3936C38}" destId="{995BEE2F-DA88-415A-AF07-D5039C5FC497}" srcOrd="3" destOrd="0" presId="urn:microsoft.com/office/officeart/2005/8/layout/orgChart1"/>
    <dgm:cxn modelId="{EE383663-D3C6-412D-96E7-677922494F22}" type="presParOf" srcId="{995BEE2F-DA88-415A-AF07-D5039C5FC497}" destId="{88243AB5-16AF-490B-B8F3-5ED5A49DE421}" srcOrd="0" destOrd="0" presId="urn:microsoft.com/office/officeart/2005/8/layout/orgChart1"/>
    <dgm:cxn modelId="{AB29989D-2584-4AD5-B9BF-6E3A4390D317}" type="presParOf" srcId="{88243AB5-16AF-490B-B8F3-5ED5A49DE421}" destId="{1977C0EE-8608-4697-A303-FD8515E1B7B6}" srcOrd="0" destOrd="0" presId="urn:microsoft.com/office/officeart/2005/8/layout/orgChart1"/>
    <dgm:cxn modelId="{2FA99E3A-D0C4-4B77-996A-070EAC2B9404}" type="presParOf" srcId="{88243AB5-16AF-490B-B8F3-5ED5A49DE421}" destId="{8D11CFC1-3EE9-463F-9A14-BAB89ADB9E8C}" srcOrd="1" destOrd="0" presId="urn:microsoft.com/office/officeart/2005/8/layout/orgChart1"/>
    <dgm:cxn modelId="{FDB7C563-638F-465B-A564-E26A1AC4CD68}" type="presParOf" srcId="{995BEE2F-DA88-415A-AF07-D5039C5FC497}" destId="{50B601B6-4B8C-460D-BA4B-A4ACCA9170B9}" srcOrd="1" destOrd="0" presId="urn:microsoft.com/office/officeart/2005/8/layout/orgChart1"/>
    <dgm:cxn modelId="{DA283E22-5DC4-4212-836D-03BDF609EF47}" type="presParOf" srcId="{50B601B6-4B8C-460D-BA4B-A4ACCA9170B9}" destId="{90DA26D2-8A27-4A30-A175-5899BB0D2C39}" srcOrd="0" destOrd="0" presId="urn:microsoft.com/office/officeart/2005/8/layout/orgChart1"/>
    <dgm:cxn modelId="{D5946263-20E5-4763-9328-6614E2925E47}" type="presParOf" srcId="{50B601B6-4B8C-460D-BA4B-A4ACCA9170B9}" destId="{4FEB0F73-BE17-4D3F-AAD1-FE8F0FEE8194}" srcOrd="1" destOrd="0" presId="urn:microsoft.com/office/officeart/2005/8/layout/orgChart1"/>
    <dgm:cxn modelId="{FCCE24B7-E49E-4DBE-B58A-06A7B17454CC}" type="presParOf" srcId="{4FEB0F73-BE17-4D3F-AAD1-FE8F0FEE8194}" destId="{034C14A7-BB3C-4B19-81CE-622576F3C2ED}" srcOrd="0" destOrd="0" presId="urn:microsoft.com/office/officeart/2005/8/layout/orgChart1"/>
    <dgm:cxn modelId="{4BC3D958-8636-4FF1-A665-FCE53103E83C}" type="presParOf" srcId="{034C14A7-BB3C-4B19-81CE-622576F3C2ED}" destId="{6C019F74-C20B-44D0-8984-9897A27D379B}" srcOrd="0" destOrd="0" presId="urn:microsoft.com/office/officeart/2005/8/layout/orgChart1"/>
    <dgm:cxn modelId="{1B828C59-C48E-46FB-9310-BBC9A0A3B79F}" type="presParOf" srcId="{034C14A7-BB3C-4B19-81CE-622576F3C2ED}" destId="{E3F1B60B-A40A-4667-B2E9-FA7D8F1D9962}" srcOrd="1" destOrd="0" presId="urn:microsoft.com/office/officeart/2005/8/layout/orgChart1"/>
    <dgm:cxn modelId="{C0482D85-439F-4A71-9F22-F31304793B19}" type="presParOf" srcId="{4FEB0F73-BE17-4D3F-AAD1-FE8F0FEE8194}" destId="{C984A4BE-2DF7-44D8-86D8-50B4CEF8CD86}" srcOrd="1" destOrd="0" presId="urn:microsoft.com/office/officeart/2005/8/layout/orgChart1"/>
    <dgm:cxn modelId="{AE4D14F1-1D03-4C99-9696-82604580BF87}" type="presParOf" srcId="{4FEB0F73-BE17-4D3F-AAD1-FE8F0FEE8194}" destId="{D5587980-5223-42E6-AA91-C8D2B61A41D1}" srcOrd="2" destOrd="0" presId="urn:microsoft.com/office/officeart/2005/8/layout/orgChart1"/>
    <dgm:cxn modelId="{91AC356F-467F-4ACE-BAD2-CC9A4D88C348}" type="presParOf" srcId="{50B601B6-4B8C-460D-BA4B-A4ACCA9170B9}" destId="{0810A2AB-F842-4B20-A4FE-A900738CACBA}" srcOrd="2" destOrd="0" presId="urn:microsoft.com/office/officeart/2005/8/layout/orgChart1"/>
    <dgm:cxn modelId="{776AEB70-1F3E-4931-B487-5C9F7B3DA296}" type="presParOf" srcId="{50B601B6-4B8C-460D-BA4B-A4ACCA9170B9}" destId="{899C6CB5-4C42-470D-8FA9-33A731EA2597}" srcOrd="3" destOrd="0" presId="urn:microsoft.com/office/officeart/2005/8/layout/orgChart1"/>
    <dgm:cxn modelId="{2007BB09-6CC6-4D36-B48A-E60760A5D4E8}" type="presParOf" srcId="{899C6CB5-4C42-470D-8FA9-33A731EA2597}" destId="{3B838FDD-D1CE-4657-943B-2DD783871A0C}" srcOrd="0" destOrd="0" presId="urn:microsoft.com/office/officeart/2005/8/layout/orgChart1"/>
    <dgm:cxn modelId="{8C38F600-ED2A-4050-A425-D89D68A9638B}" type="presParOf" srcId="{3B838FDD-D1CE-4657-943B-2DD783871A0C}" destId="{7FCAB6F5-5103-4075-BCA7-137C75CCE76F}" srcOrd="0" destOrd="0" presId="urn:microsoft.com/office/officeart/2005/8/layout/orgChart1"/>
    <dgm:cxn modelId="{74B88DCB-7EC0-49F8-BADC-42D7DBAB273F}" type="presParOf" srcId="{3B838FDD-D1CE-4657-943B-2DD783871A0C}" destId="{14ECD85C-129A-43A0-A91A-D880EB8D1778}" srcOrd="1" destOrd="0" presId="urn:microsoft.com/office/officeart/2005/8/layout/orgChart1"/>
    <dgm:cxn modelId="{16BFFA79-5E26-4487-AD60-22D4261641BD}" type="presParOf" srcId="{899C6CB5-4C42-470D-8FA9-33A731EA2597}" destId="{F4163608-E759-4329-91E1-BE260ECB3C82}" srcOrd="1" destOrd="0" presId="urn:microsoft.com/office/officeart/2005/8/layout/orgChart1"/>
    <dgm:cxn modelId="{78F31CC9-284D-4BE7-B273-D113B7508DE3}" type="presParOf" srcId="{899C6CB5-4C42-470D-8FA9-33A731EA2597}" destId="{9C2978F7-18DF-4D30-85AA-204A88488962}" srcOrd="2" destOrd="0" presId="urn:microsoft.com/office/officeart/2005/8/layout/orgChart1"/>
    <dgm:cxn modelId="{E42BDDAA-208C-4EEB-9726-754C39B47DA8}" type="presParOf" srcId="{995BEE2F-DA88-415A-AF07-D5039C5FC497}" destId="{D698EC10-AD54-4397-BBEC-D6064E2C0F7C}" srcOrd="2" destOrd="0" presId="urn:microsoft.com/office/officeart/2005/8/layout/orgChart1"/>
    <dgm:cxn modelId="{D94433F8-91B3-4093-8ACC-F07AC9D9FF38}" type="presParOf" srcId="{838C9039-3B6B-40D2-9FB2-ABABC3936C38}" destId="{3D295E27-A2D2-4CE6-BE52-BCF31591EA3D}" srcOrd="4" destOrd="0" presId="urn:microsoft.com/office/officeart/2005/8/layout/orgChart1"/>
    <dgm:cxn modelId="{1695469F-1B6A-4B3B-98D8-94922BC603D6}" type="presParOf" srcId="{838C9039-3B6B-40D2-9FB2-ABABC3936C38}" destId="{6B5BB76E-62F3-4AD5-8C87-2489C41394D8}" srcOrd="5" destOrd="0" presId="urn:microsoft.com/office/officeart/2005/8/layout/orgChart1"/>
    <dgm:cxn modelId="{52BA742B-5B09-47AB-9515-0033A8A09309}" type="presParOf" srcId="{6B5BB76E-62F3-4AD5-8C87-2489C41394D8}" destId="{5F58CEA6-72F9-4442-8CA8-668FDE0E6B07}" srcOrd="0" destOrd="0" presId="urn:microsoft.com/office/officeart/2005/8/layout/orgChart1"/>
    <dgm:cxn modelId="{3729AFCA-B0AD-49F3-A0D5-DDCD6E27467C}" type="presParOf" srcId="{5F58CEA6-72F9-4442-8CA8-668FDE0E6B07}" destId="{148EB107-9223-4A4C-A592-C83E358AFB46}" srcOrd="0" destOrd="0" presId="urn:microsoft.com/office/officeart/2005/8/layout/orgChart1"/>
    <dgm:cxn modelId="{E0E8D2F1-E4B7-41DA-AEAB-379DB3EC2BFA}" type="presParOf" srcId="{5F58CEA6-72F9-4442-8CA8-668FDE0E6B07}" destId="{107E9297-9865-4F1B-8EFB-0A7246F87036}" srcOrd="1" destOrd="0" presId="urn:microsoft.com/office/officeart/2005/8/layout/orgChart1"/>
    <dgm:cxn modelId="{952018AA-74E4-401B-8685-00F0B1425717}" type="presParOf" srcId="{6B5BB76E-62F3-4AD5-8C87-2489C41394D8}" destId="{5CBCCA9A-C02C-43DB-9C0A-E53186254118}" srcOrd="1" destOrd="0" presId="urn:microsoft.com/office/officeart/2005/8/layout/orgChart1"/>
    <dgm:cxn modelId="{F4AE26EA-BF32-49F5-A40A-8B890CEDF5C5}" type="presParOf" srcId="{5CBCCA9A-C02C-43DB-9C0A-E53186254118}" destId="{C0240599-65C7-4FDC-B363-ADB08F62E9E8}" srcOrd="0" destOrd="0" presId="urn:microsoft.com/office/officeart/2005/8/layout/orgChart1"/>
    <dgm:cxn modelId="{FE9FEEA2-1EED-4FBE-83FA-16D07DF42D6A}" type="presParOf" srcId="{5CBCCA9A-C02C-43DB-9C0A-E53186254118}" destId="{DA8D6678-8F59-44D9-B1EC-9C125ABC23DF}" srcOrd="1" destOrd="0" presId="urn:microsoft.com/office/officeart/2005/8/layout/orgChart1"/>
    <dgm:cxn modelId="{5B2AAA79-913D-4C8D-8EFA-9DF14D291533}" type="presParOf" srcId="{DA8D6678-8F59-44D9-B1EC-9C125ABC23DF}" destId="{BBCFF04E-592A-4B19-B48C-773B7A342DC1}" srcOrd="0" destOrd="0" presId="urn:microsoft.com/office/officeart/2005/8/layout/orgChart1"/>
    <dgm:cxn modelId="{CA3ADBA5-EA81-4004-8C67-0F388091AFA9}" type="presParOf" srcId="{BBCFF04E-592A-4B19-B48C-773B7A342DC1}" destId="{D3BE92DA-7DDB-4297-96A4-ABA644A69E4A}" srcOrd="0" destOrd="0" presId="urn:microsoft.com/office/officeart/2005/8/layout/orgChart1"/>
    <dgm:cxn modelId="{D87F43C1-E5B8-419A-9868-6C042D19DC1E}" type="presParOf" srcId="{BBCFF04E-592A-4B19-B48C-773B7A342DC1}" destId="{180C1804-3DB2-4D69-AE6D-EF16A951B4D2}" srcOrd="1" destOrd="0" presId="urn:microsoft.com/office/officeart/2005/8/layout/orgChart1"/>
    <dgm:cxn modelId="{AA555D63-C946-4044-9365-C6B13E8A9350}" type="presParOf" srcId="{DA8D6678-8F59-44D9-B1EC-9C125ABC23DF}" destId="{39F3D15E-6E5E-4FEE-8191-B437014AF9FE}" srcOrd="1" destOrd="0" presId="urn:microsoft.com/office/officeart/2005/8/layout/orgChart1"/>
    <dgm:cxn modelId="{36C1CD48-295E-47BF-911A-1F0B89AEA5B5}" type="presParOf" srcId="{DA8D6678-8F59-44D9-B1EC-9C125ABC23DF}" destId="{C5D8FE5B-BE92-4DAA-BD52-EB97A2E43B9B}" srcOrd="2" destOrd="0" presId="urn:microsoft.com/office/officeart/2005/8/layout/orgChart1"/>
    <dgm:cxn modelId="{72C525B4-B6F4-4A7E-A300-2F893B27727E}" type="presParOf" srcId="{5CBCCA9A-C02C-43DB-9C0A-E53186254118}" destId="{F4A9710A-236B-4932-B3AE-E5D27DD20B52}" srcOrd="2" destOrd="0" presId="urn:microsoft.com/office/officeart/2005/8/layout/orgChart1"/>
    <dgm:cxn modelId="{E391E02D-1328-4570-842A-452EAC8C9B9B}" type="presParOf" srcId="{5CBCCA9A-C02C-43DB-9C0A-E53186254118}" destId="{FA31AF2C-2183-413A-B8D1-92BC383F2511}" srcOrd="3" destOrd="0" presId="urn:microsoft.com/office/officeart/2005/8/layout/orgChart1"/>
    <dgm:cxn modelId="{79704502-7908-48EC-99A4-81EAFE774AEC}" type="presParOf" srcId="{FA31AF2C-2183-413A-B8D1-92BC383F2511}" destId="{1889451F-1336-4CE6-AE63-F830BC1E5015}" srcOrd="0" destOrd="0" presId="urn:microsoft.com/office/officeart/2005/8/layout/orgChart1"/>
    <dgm:cxn modelId="{8D5C08A9-5C67-4C70-8DC1-48BFE2DDEAC7}" type="presParOf" srcId="{1889451F-1336-4CE6-AE63-F830BC1E5015}" destId="{016F827B-DCDF-4A42-A96E-91D0FC42222C}" srcOrd="0" destOrd="0" presId="urn:microsoft.com/office/officeart/2005/8/layout/orgChart1"/>
    <dgm:cxn modelId="{98BADAB5-BB79-4867-BE91-BBD8A1723268}" type="presParOf" srcId="{1889451F-1336-4CE6-AE63-F830BC1E5015}" destId="{F68F490F-B96B-43B5-8053-F6F7638EC4B1}" srcOrd="1" destOrd="0" presId="urn:microsoft.com/office/officeart/2005/8/layout/orgChart1"/>
    <dgm:cxn modelId="{4791A157-ECF9-421D-8D45-32CF5DF61402}" type="presParOf" srcId="{FA31AF2C-2183-413A-B8D1-92BC383F2511}" destId="{8EAE1A02-3A0D-4915-AD09-641142937E57}" srcOrd="1" destOrd="0" presId="urn:microsoft.com/office/officeart/2005/8/layout/orgChart1"/>
    <dgm:cxn modelId="{2A2832B9-12FA-49CB-9B11-E9D4BAF4DB9F}" type="presParOf" srcId="{FA31AF2C-2183-413A-B8D1-92BC383F2511}" destId="{6993A482-8279-478C-8282-1B5506211AF3}" srcOrd="2" destOrd="0" presId="urn:microsoft.com/office/officeart/2005/8/layout/orgChart1"/>
    <dgm:cxn modelId="{16A29835-9D8B-4E9E-AAE2-05FC49969C15}" type="presParOf" srcId="{6B5BB76E-62F3-4AD5-8C87-2489C41394D8}" destId="{F41DCE6B-85B8-43D8-9569-D4C6F77C8C52}" srcOrd="2" destOrd="0" presId="urn:microsoft.com/office/officeart/2005/8/layout/orgChart1"/>
    <dgm:cxn modelId="{B9BA14C8-3D3F-4CC0-8ABC-69B324C612BB}" type="presParOf" srcId="{3843D6BA-7E31-4216-B11A-EE68D404F34C}" destId="{AFE6CEF5-E90D-4985-BFCD-16A8F720BF38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F3D236-2660-4866-998F-4F6D7773AF3D}">
      <dsp:nvSpPr>
        <dsp:cNvPr id="0" name=""/>
        <dsp:cNvSpPr/>
      </dsp:nvSpPr>
      <dsp:spPr>
        <a:xfrm>
          <a:off x="1570837" y="552195"/>
          <a:ext cx="91440" cy="53363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33632"/>
              </a:lnTo>
              <a:lnTo>
                <a:pt x="114134" y="53363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C0E30D-FDB4-4257-B6B9-55DA3BEC1655}">
      <dsp:nvSpPr>
        <dsp:cNvPr id="0" name=""/>
        <dsp:cNvSpPr/>
      </dsp:nvSpPr>
      <dsp:spPr>
        <a:xfrm>
          <a:off x="1570837" y="552195"/>
          <a:ext cx="91440" cy="20980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9804"/>
              </a:lnTo>
              <a:lnTo>
                <a:pt x="114134" y="20980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00B325-5598-4652-80BC-3A196C023A3F}">
      <dsp:nvSpPr>
        <dsp:cNvPr id="0" name=""/>
        <dsp:cNvSpPr/>
      </dsp:nvSpPr>
      <dsp:spPr>
        <a:xfrm>
          <a:off x="1247119" y="228367"/>
          <a:ext cx="551875" cy="957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890"/>
              </a:lnTo>
              <a:lnTo>
                <a:pt x="551875" y="47890"/>
              </a:lnTo>
              <a:lnTo>
                <a:pt x="551875" y="9578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71B029-76F3-494A-8346-720370173C53}">
      <dsp:nvSpPr>
        <dsp:cNvPr id="0" name=""/>
        <dsp:cNvSpPr/>
      </dsp:nvSpPr>
      <dsp:spPr>
        <a:xfrm>
          <a:off x="1018961" y="552195"/>
          <a:ext cx="91440" cy="85746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857460"/>
              </a:lnTo>
              <a:lnTo>
                <a:pt x="114134" y="85746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4431BB-E12C-4533-8249-315140C93031}">
      <dsp:nvSpPr>
        <dsp:cNvPr id="0" name=""/>
        <dsp:cNvSpPr/>
      </dsp:nvSpPr>
      <dsp:spPr>
        <a:xfrm>
          <a:off x="1018961" y="552195"/>
          <a:ext cx="91440" cy="53363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33632"/>
              </a:lnTo>
              <a:lnTo>
                <a:pt x="114134" y="53363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EFD8AF-8956-4B41-B488-85979666D71B}">
      <dsp:nvSpPr>
        <dsp:cNvPr id="0" name=""/>
        <dsp:cNvSpPr/>
      </dsp:nvSpPr>
      <dsp:spPr>
        <a:xfrm>
          <a:off x="1018961" y="552195"/>
          <a:ext cx="91440" cy="20980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9804"/>
              </a:lnTo>
              <a:lnTo>
                <a:pt x="114134" y="20980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F6C659-C3D9-4145-8A7D-D07D47B0D107}">
      <dsp:nvSpPr>
        <dsp:cNvPr id="0" name=""/>
        <dsp:cNvSpPr/>
      </dsp:nvSpPr>
      <dsp:spPr>
        <a:xfrm>
          <a:off x="1201399" y="228367"/>
          <a:ext cx="91440" cy="9578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9578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6A386A-00DA-4BE5-8F83-639929821A83}">
      <dsp:nvSpPr>
        <dsp:cNvPr id="0" name=""/>
        <dsp:cNvSpPr/>
      </dsp:nvSpPr>
      <dsp:spPr>
        <a:xfrm>
          <a:off x="467085" y="552195"/>
          <a:ext cx="91440" cy="85746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857460"/>
              </a:lnTo>
              <a:lnTo>
                <a:pt x="114134" y="85746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E209BE-D04E-43CC-8632-CC29E68011A0}">
      <dsp:nvSpPr>
        <dsp:cNvPr id="0" name=""/>
        <dsp:cNvSpPr/>
      </dsp:nvSpPr>
      <dsp:spPr>
        <a:xfrm>
          <a:off x="467085" y="552195"/>
          <a:ext cx="91440" cy="53363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33632"/>
              </a:lnTo>
              <a:lnTo>
                <a:pt x="114134" y="53363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2C4EB7-FF46-4EBE-959F-0D22F277CC41}">
      <dsp:nvSpPr>
        <dsp:cNvPr id="0" name=""/>
        <dsp:cNvSpPr/>
      </dsp:nvSpPr>
      <dsp:spPr>
        <a:xfrm>
          <a:off x="467085" y="552195"/>
          <a:ext cx="91440" cy="20980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9804"/>
              </a:lnTo>
              <a:lnTo>
                <a:pt x="114134" y="20980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DD16D5-E566-456C-BC07-B28E36C47392}">
      <dsp:nvSpPr>
        <dsp:cNvPr id="0" name=""/>
        <dsp:cNvSpPr/>
      </dsp:nvSpPr>
      <dsp:spPr>
        <a:xfrm>
          <a:off x="695243" y="228367"/>
          <a:ext cx="551875" cy="95780"/>
        </a:xfrm>
        <a:custGeom>
          <a:avLst/>
          <a:gdLst/>
          <a:ahLst/>
          <a:cxnLst/>
          <a:rect l="0" t="0" r="0" b="0"/>
          <a:pathLst>
            <a:path>
              <a:moveTo>
                <a:pt x="551875" y="0"/>
              </a:moveTo>
              <a:lnTo>
                <a:pt x="551875" y="47890"/>
              </a:lnTo>
              <a:lnTo>
                <a:pt x="0" y="47890"/>
              </a:lnTo>
              <a:lnTo>
                <a:pt x="0" y="9578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1A2E82-F5FF-4ED9-B38D-7FFB62575C95}">
      <dsp:nvSpPr>
        <dsp:cNvPr id="0" name=""/>
        <dsp:cNvSpPr/>
      </dsp:nvSpPr>
      <dsp:spPr>
        <a:xfrm>
          <a:off x="1019071" y="320"/>
          <a:ext cx="456095" cy="2280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5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System</a:t>
          </a:r>
        </a:p>
      </dsp:txBody>
      <dsp:txXfrm>
        <a:off x="1019071" y="320"/>
        <a:ext cx="456095" cy="228047"/>
      </dsp:txXfrm>
    </dsp:sp>
    <dsp:sp modelId="{21E4F779-1EA4-4131-9B01-F1F6C6B21503}">
      <dsp:nvSpPr>
        <dsp:cNvPr id="0" name=""/>
        <dsp:cNvSpPr/>
      </dsp:nvSpPr>
      <dsp:spPr>
        <a:xfrm>
          <a:off x="467195" y="324148"/>
          <a:ext cx="456095" cy="2280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5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SubSystem 1</a:t>
          </a:r>
        </a:p>
      </dsp:txBody>
      <dsp:txXfrm>
        <a:off x="467195" y="324148"/>
        <a:ext cx="456095" cy="228047"/>
      </dsp:txXfrm>
    </dsp:sp>
    <dsp:sp modelId="{1A129EF2-A0B1-43E8-AAF9-37509F02DE40}">
      <dsp:nvSpPr>
        <dsp:cNvPr id="0" name=""/>
        <dsp:cNvSpPr/>
      </dsp:nvSpPr>
      <dsp:spPr>
        <a:xfrm>
          <a:off x="581219" y="647976"/>
          <a:ext cx="456095" cy="2280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5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SubSubSystem 1</a:t>
          </a:r>
        </a:p>
      </dsp:txBody>
      <dsp:txXfrm>
        <a:off x="581219" y="647976"/>
        <a:ext cx="456095" cy="228047"/>
      </dsp:txXfrm>
    </dsp:sp>
    <dsp:sp modelId="{B1F1D3E2-B416-4B63-92BC-60921617DA69}">
      <dsp:nvSpPr>
        <dsp:cNvPr id="0" name=""/>
        <dsp:cNvSpPr/>
      </dsp:nvSpPr>
      <dsp:spPr>
        <a:xfrm>
          <a:off x="581219" y="971804"/>
          <a:ext cx="456095" cy="2280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5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SubSubSystem 2</a:t>
          </a:r>
        </a:p>
      </dsp:txBody>
      <dsp:txXfrm>
        <a:off x="581219" y="971804"/>
        <a:ext cx="456095" cy="228047"/>
      </dsp:txXfrm>
    </dsp:sp>
    <dsp:sp modelId="{17AAB026-D75C-4AC0-AE84-5D1BF574F474}">
      <dsp:nvSpPr>
        <dsp:cNvPr id="0" name=""/>
        <dsp:cNvSpPr/>
      </dsp:nvSpPr>
      <dsp:spPr>
        <a:xfrm>
          <a:off x="581219" y="1295632"/>
          <a:ext cx="456095" cy="2280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5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SubSubSystem 2</a:t>
          </a:r>
        </a:p>
      </dsp:txBody>
      <dsp:txXfrm>
        <a:off x="581219" y="1295632"/>
        <a:ext cx="456095" cy="228047"/>
      </dsp:txXfrm>
    </dsp:sp>
    <dsp:sp modelId="{BCD7FDEC-EC7E-4688-A2BF-D7ACB5F469DA}">
      <dsp:nvSpPr>
        <dsp:cNvPr id="0" name=""/>
        <dsp:cNvSpPr/>
      </dsp:nvSpPr>
      <dsp:spPr>
        <a:xfrm>
          <a:off x="1019071" y="324148"/>
          <a:ext cx="456095" cy="2280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5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SubSystem 2</a:t>
          </a:r>
        </a:p>
      </dsp:txBody>
      <dsp:txXfrm>
        <a:off x="1019071" y="324148"/>
        <a:ext cx="456095" cy="228047"/>
      </dsp:txXfrm>
    </dsp:sp>
    <dsp:sp modelId="{12519675-88F6-4591-AF4A-BEF0BF3B2E90}">
      <dsp:nvSpPr>
        <dsp:cNvPr id="0" name=""/>
        <dsp:cNvSpPr/>
      </dsp:nvSpPr>
      <dsp:spPr>
        <a:xfrm>
          <a:off x="1133095" y="647976"/>
          <a:ext cx="456095" cy="2280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5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SubSubSystem 1</a:t>
          </a:r>
        </a:p>
      </dsp:txBody>
      <dsp:txXfrm>
        <a:off x="1133095" y="647976"/>
        <a:ext cx="456095" cy="228047"/>
      </dsp:txXfrm>
    </dsp:sp>
    <dsp:sp modelId="{DC4FAD18-9B66-481A-9660-9055EF59E9A1}">
      <dsp:nvSpPr>
        <dsp:cNvPr id="0" name=""/>
        <dsp:cNvSpPr/>
      </dsp:nvSpPr>
      <dsp:spPr>
        <a:xfrm>
          <a:off x="1133095" y="971804"/>
          <a:ext cx="456095" cy="2280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5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SubSubSystem 2</a:t>
          </a:r>
        </a:p>
      </dsp:txBody>
      <dsp:txXfrm>
        <a:off x="1133095" y="971804"/>
        <a:ext cx="456095" cy="228047"/>
      </dsp:txXfrm>
    </dsp:sp>
    <dsp:sp modelId="{B70B7FE0-C69A-4E2F-866D-5D091C97E35E}">
      <dsp:nvSpPr>
        <dsp:cNvPr id="0" name=""/>
        <dsp:cNvSpPr/>
      </dsp:nvSpPr>
      <dsp:spPr>
        <a:xfrm>
          <a:off x="1133095" y="1295632"/>
          <a:ext cx="456095" cy="2280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5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SubSubSystem 3</a:t>
          </a:r>
        </a:p>
      </dsp:txBody>
      <dsp:txXfrm>
        <a:off x="1133095" y="1295632"/>
        <a:ext cx="456095" cy="228047"/>
      </dsp:txXfrm>
    </dsp:sp>
    <dsp:sp modelId="{2D11FD18-CAD7-4633-AEC9-BB5C1D529456}">
      <dsp:nvSpPr>
        <dsp:cNvPr id="0" name=""/>
        <dsp:cNvSpPr/>
      </dsp:nvSpPr>
      <dsp:spPr>
        <a:xfrm>
          <a:off x="1570947" y="324148"/>
          <a:ext cx="456095" cy="2280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5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SubSystem 3</a:t>
          </a:r>
        </a:p>
      </dsp:txBody>
      <dsp:txXfrm>
        <a:off x="1570947" y="324148"/>
        <a:ext cx="456095" cy="228047"/>
      </dsp:txXfrm>
    </dsp:sp>
    <dsp:sp modelId="{DE91A19E-DB65-4E8B-B9F5-5EFA999EB8E7}">
      <dsp:nvSpPr>
        <dsp:cNvPr id="0" name=""/>
        <dsp:cNvSpPr/>
      </dsp:nvSpPr>
      <dsp:spPr>
        <a:xfrm>
          <a:off x="1684971" y="647976"/>
          <a:ext cx="456095" cy="2280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5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SubSubSystem 1</a:t>
          </a:r>
        </a:p>
      </dsp:txBody>
      <dsp:txXfrm>
        <a:off x="1684971" y="647976"/>
        <a:ext cx="456095" cy="228047"/>
      </dsp:txXfrm>
    </dsp:sp>
    <dsp:sp modelId="{114AFC95-315F-4751-8F09-A6F59FEBE07D}">
      <dsp:nvSpPr>
        <dsp:cNvPr id="0" name=""/>
        <dsp:cNvSpPr/>
      </dsp:nvSpPr>
      <dsp:spPr>
        <a:xfrm>
          <a:off x="1684971" y="971804"/>
          <a:ext cx="456095" cy="2280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5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SubSubSystem 2</a:t>
          </a:r>
        </a:p>
      </dsp:txBody>
      <dsp:txXfrm>
        <a:off x="1684971" y="971804"/>
        <a:ext cx="456095" cy="2280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A9710A-236B-4932-B3AE-E5D27DD20B52}">
      <dsp:nvSpPr>
        <dsp:cNvPr id="0" name=""/>
        <dsp:cNvSpPr/>
      </dsp:nvSpPr>
      <dsp:spPr>
        <a:xfrm>
          <a:off x="1808877" y="710692"/>
          <a:ext cx="91440" cy="68668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86686"/>
              </a:lnTo>
              <a:lnTo>
                <a:pt x="133756" y="68668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240599-65C7-4FDC-B363-ADB08F62E9E8}">
      <dsp:nvSpPr>
        <dsp:cNvPr id="0" name=""/>
        <dsp:cNvSpPr/>
      </dsp:nvSpPr>
      <dsp:spPr>
        <a:xfrm>
          <a:off x="1808877" y="710692"/>
          <a:ext cx="91440" cy="2699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9979"/>
              </a:lnTo>
              <a:lnTo>
                <a:pt x="133756" y="26997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295E27-A2D2-4CE6-BE52-BCF31591EA3D}">
      <dsp:nvSpPr>
        <dsp:cNvPr id="0" name=""/>
        <dsp:cNvSpPr/>
      </dsp:nvSpPr>
      <dsp:spPr>
        <a:xfrm>
          <a:off x="1379198" y="293985"/>
          <a:ext cx="710163" cy="1232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625"/>
              </a:lnTo>
              <a:lnTo>
                <a:pt x="710163" y="61625"/>
              </a:lnTo>
              <a:lnTo>
                <a:pt x="710163" y="12325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10A2AB-F842-4B20-A4FE-A900738CACBA}">
      <dsp:nvSpPr>
        <dsp:cNvPr id="0" name=""/>
        <dsp:cNvSpPr/>
      </dsp:nvSpPr>
      <dsp:spPr>
        <a:xfrm>
          <a:off x="1098713" y="710692"/>
          <a:ext cx="91440" cy="68668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86686"/>
              </a:lnTo>
              <a:lnTo>
                <a:pt x="133756" y="68668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DA26D2-8A27-4A30-A175-5899BB0D2C39}">
      <dsp:nvSpPr>
        <dsp:cNvPr id="0" name=""/>
        <dsp:cNvSpPr/>
      </dsp:nvSpPr>
      <dsp:spPr>
        <a:xfrm>
          <a:off x="1098713" y="710692"/>
          <a:ext cx="91440" cy="2699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9979"/>
              </a:lnTo>
              <a:lnTo>
                <a:pt x="133756" y="26997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8AF671-C5BE-4570-858C-3A51AC388804}">
      <dsp:nvSpPr>
        <dsp:cNvPr id="0" name=""/>
        <dsp:cNvSpPr/>
      </dsp:nvSpPr>
      <dsp:spPr>
        <a:xfrm>
          <a:off x="1333478" y="293985"/>
          <a:ext cx="91440" cy="12325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2325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1004DB-3024-4665-8254-2AE6CB6FDC87}">
      <dsp:nvSpPr>
        <dsp:cNvPr id="0" name=""/>
        <dsp:cNvSpPr/>
      </dsp:nvSpPr>
      <dsp:spPr>
        <a:xfrm>
          <a:off x="388550" y="710692"/>
          <a:ext cx="91440" cy="68668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86686"/>
              </a:lnTo>
              <a:lnTo>
                <a:pt x="133756" y="68668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FB6AD0-DC24-42FE-B0C9-09251CC66964}">
      <dsp:nvSpPr>
        <dsp:cNvPr id="0" name=""/>
        <dsp:cNvSpPr/>
      </dsp:nvSpPr>
      <dsp:spPr>
        <a:xfrm>
          <a:off x="388550" y="710692"/>
          <a:ext cx="91440" cy="2699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9979"/>
              </a:lnTo>
              <a:lnTo>
                <a:pt x="133756" y="26997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D081A5-B3C0-41EF-9A53-4EACE83415F1}">
      <dsp:nvSpPr>
        <dsp:cNvPr id="0" name=""/>
        <dsp:cNvSpPr/>
      </dsp:nvSpPr>
      <dsp:spPr>
        <a:xfrm>
          <a:off x="669035" y="293985"/>
          <a:ext cx="710163" cy="123251"/>
        </a:xfrm>
        <a:custGeom>
          <a:avLst/>
          <a:gdLst/>
          <a:ahLst/>
          <a:cxnLst/>
          <a:rect l="0" t="0" r="0" b="0"/>
          <a:pathLst>
            <a:path>
              <a:moveTo>
                <a:pt x="710163" y="0"/>
              </a:moveTo>
              <a:lnTo>
                <a:pt x="710163" y="61625"/>
              </a:lnTo>
              <a:lnTo>
                <a:pt x="0" y="61625"/>
              </a:lnTo>
              <a:lnTo>
                <a:pt x="0" y="12325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6B4BB0-21A6-44CC-8982-DEA261671853}">
      <dsp:nvSpPr>
        <dsp:cNvPr id="0" name=""/>
        <dsp:cNvSpPr/>
      </dsp:nvSpPr>
      <dsp:spPr>
        <a:xfrm>
          <a:off x="1085742" y="529"/>
          <a:ext cx="586911" cy="2934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6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System</a:t>
          </a:r>
        </a:p>
      </dsp:txBody>
      <dsp:txXfrm>
        <a:off x="1085742" y="529"/>
        <a:ext cx="586911" cy="293455"/>
      </dsp:txXfrm>
    </dsp:sp>
    <dsp:sp modelId="{D051CF94-B504-48B0-8DA6-621DEA6AA624}">
      <dsp:nvSpPr>
        <dsp:cNvPr id="0" name=""/>
        <dsp:cNvSpPr/>
      </dsp:nvSpPr>
      <dsp:spPr>
        <a:xfrm>
          <a:off x="375579" y="417236"/>
          <a:ext cx="586911" cy="2934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6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SubSystem 1</a:t>
          </a:r>
        </a:p>
      </dsp:txBody>
      <dsp:txXfrm>
        <a:off x="375579" y="417236"/>
        <a:ext cx="586911" cy="293455"/>
      </dsp:txXfrm>
    </dsp:sp>
    <dsp:sp modelId="{EA54C051-9A03-4A09-9F31-E8D6BD28B9BC}">
      <dsp:nvSpPr>
        <dsp:cNvPr id="0" name=""/>
        <dsp:cNvSpPr/>
      </dsp:nvSpPr>
      <dsp:spPr>
        <a:xfrm>
          <a:off x="522307" y="833944"/>
          <a:ext cx="586911" cy="2934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6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SubSubSystem 1</a:t>
          </a:r>
        </a:p>
      </dsp:txBody>
      <dsp:txXfrm>
        <a:off x="522307" y="833944"/>
        <a:ext cx="586911" cy="293455"/>
      </dsp:txXfrm>
    </dsp:sp>
    <dsp:sp modelId="{E6D9353D-5D5E-4000-AA7F-0D063DFB24DB}">
      <dsp:nvSpPr>
        <dsp:cNvPr id="0" name=""/>
        <dsp:cNvSpPr/>
      </dsp:nvSpPr>
      <dsp:spPr>
        <a:xfrm>
          <a:off x="522307" y="1250651"/>
          <a:ext cx="586911" cy="2934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6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SubSubSystem 2</a:t>
          </a:r>
        </a:p>
      </dsp:txBody>
      <dsp:txXfrm>
        <a:off x="522307" y="1250651"/>
        <a:ext cx="586911" cy="293455"/>
      </dsp:txXfrm>
    </dsp:sp>
    <dsp:sp modelId="{1977C0EE-8608-4697-A303-FD8515E1B7B6}">
      <dsp:nvSpPr>
        <dsp:cNvPr id="0" name=""/>
        <dsp:cNvSpPr/>
      </dsp:nvSpPr>
      <dsp:spPr>
        <a:xfrm>
          <a:off x="1085742" y="417236"/>
          <a:ext cx="586911" cy="2934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6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SubSystem 2</a:t>
          </a:r>
        </a:p>
      </dsp:txBody>
      <dsp:txXfrm>
        <a:off x="1085742" y="417236"/>
        <a:ext cx="586911" cy="293455"/>
      </dsp:txXfrm>
    </dsp:sp>
    <dsp:sp modelId="{6C019F74-C20B-44D0-8984-9897A27D379B}">
      <dsp:nvSpPr>
        <dsp:cNvPr id="0" name=""/>
        <dsp:cNvSpPr/>
      </dsp:nvSpPr>
      <dsp:spPr>
        <a:xfrm>
          <a:off x="1232470" y="833944"/>
          <a:ext cx="586911" cy="2934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6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SubSubSystem 1</a:t>
          </a:r>
        </a:p>
      </dsp:txBody>
      <dsp:txXfrm>
        <a:off x="1232470" y="833944"/>
        <a:ext cx="586911" cy="293455"/>
      </dsp:txXfrm>
    </dsp:sp>
    <dsp:sp modelId="{7FCAB6F5-5103-4075-BCA7-137C75CCE76F}">
      <dsp:nvSpPr>
        <dsp:cNvPr id="0" name=""/>
        <dsp:cNvSpPr/>
      </dsp:nvSpPr>
      <dsp:spPr>
        <a:xfrm>
          <a:off x="1232470" y="1250651"/>
          <a:ext cx="586911" cy="2934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6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SubSubSystem 2</a:t>
          </a:r>
        </a:p>
      </dsp:txBody>
      <dsp:txXfrm>
        <a:off x="1232470" y="1250651"/>
        <a:ext cx="586911" cy="293455"/>
      </dsp:txXfrm>
    </dsp:sp>
    <dsp:sp modelId="{148EB107-9223-4A4C-A592-C83E358AFB46}">
      <dsp:nvSpPr>
        <dsp:cNvPr id="0" name=""/>
        <dsp:cNvSpPr/>
      </dsp:nvSpPr>
      <dsp:spPr>
        <a:xfrm>
          <a:off x="1795905" y="417236"/>
          <a:ext cx="586911" cy="2934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6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SubSystem 3</a:t>
          </a:r>
        </a:p>
      </dsp:txBody>
      <dsp:txXfrm>
        <a:off x="1795905" y="417236"/>
        <a:ext cx="586911" cy="293455"/>
      </dsp:txXfrm>
    </dsp:sp>
    <dsp:sp modelId="{D3BE92DA-7DDB-4297-96A4-ABA644A69E4A}">
      <dsp:nvSpPr>
        <dsp:cNvPr id="0" name=""/>
        <dsp:cNvSpPr/>
      </dsp:nvSpPr>
      <dsp:spPr>
        <a:xfrm>
          <a:off x="1942633" y="833944"/>
          <a:ext cx="586911" cy="2934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6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SubSubSystem 1</a:t>
          </a:r>
        </a:p>
      </dsp:txBody>
      <dsp:txXfrm>
        <a:off x="1942633" y="833944"/>
        <a:ext cx="586911" cy="293455"/>
      </dsp:txXfrm>
    </dsp:sp>
    <dsp:sp modelId="{016F827B-DCDF-4A42-A96E-91D0FC42222C}">
      <dsp:nvSpPr>
        <dsp:cNvPr id="0" name=""/>
        <dsp:cNvSpPr/>
      </dsp:nvSpPr>
      <dsp:spPr>
        <a:xfrm>
          <a:off x="1942633" y="1250651"/>
          <a:ext cx="586911" cy="2934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6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SubSubSystem 2</a:t>
          </a:r>
        </a:p>
      </dsp:txBody>
      <dsp:txXfrm>
        <a:off x="1942633" y="1250651"/>
        <a:ext cx="586911" cy="2934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83C3F24-11CB-9769-C809-414720C72C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0DB620-A753-5624-95BD-4E66A589597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EEFC717-610C-45E8-854C-84B07E41651C}" type="datetimeFigureOut">
              <a:rPr lang="en-US" altLang="en-US"/>
              <a:pPr>
                <a:defRPr/>
              </a:pPr>
              <a:t>4/20/2026</a:t>
            </a:fld>
            <a:endParaRPr lang="en-US" alt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E0D4815-4B18-E8C7-634B-AF62B3FE9D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1751BC9-667C-EE00-8C2A-FE1B4507EB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1EF635-C96A-B8E0-5B80-993880282BF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3B5759-19F6-979E-D8A9-0B9660E5DC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8E6ADC9E-916C-4135-BEC0-6F99C82C71F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>
            <a:extLst>
              <a:ext uri="{FF2B5EF4-FFF2-40B4-BE49-F238E27FC236}">
                <a16:creationId xmlns:a16="http://schemas.microsoft.com/office/drawing/2014/main" id="{25BD4739-7A27-1D3A-2713-6C0D9C5ABE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Notes Placeholder 2">
            <a:extLst>
              <a:ext uri="{FF2B5EF4-FFF2-40B4-BE49-F238E27FC236}">
                <a16:creationId xmlns:a16="http://schemas.microsoft.com/office/drawing/2014/main" id="{ED73AC30-96A1-058D-FF97-D89F71F5603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9181DA6B-0363-042F-0EB7-569B33FB11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E002A3-F91E-4887-BFB5-0B3C1099FEC3}" type="slidenum">
              <a:rPr lang="en-US" altLang="en-US"/>
              <a:pPr/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>
            <a:extLst>
              <a:ext uri="{FF2B5EF4-FFF2-40B4-BE49-F238E27FC236}">
                <a16:creationId xmlns:a16="http://schemas.microsoft.com/office/drawing/2014/main" id="{88B62BE7-7591-D9D1-0CE3-175B1FC9221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>
            <a:extLst>
              <a:ext uri="{FF2B5EF4-FFF2-40B4-BE49-F238E27FC236}">
                <a16:creationId xmlns:a16="http://schemas.microsoft.com/office/drawing/2014/main" id="{5C5CBA5B-6255-EC3B-81BF-F766E3E4173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0180" name="Slide Number Placeholder 3">
            <a:extLst>
              <a:ext uri="{FF2B5EF4-FFF2-40B4-BE49-F238E27FC236}">
                <a16:creationId xmlns:a16="http://schemas.microsoft.com/office/drawing/2014/main" id="{0727E884-BF91-565F-9D8C-2EBF4EF23A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32B07B9-6D8E-4D8F-8464-5F2BF3BCFAA4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35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F6A7B-B1E4-705D-C66A-56DE78B77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6967EB-8C21-4BB7-9E64-A35F8C9FFB2E}" type="datetime1">
              <a:rPr lang="en-US" altLang="en-US"/>
              <a:pPr>
                <a:defRPr/>
              </a:pPr>
              <a:t>4/20/2026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FC1492-6762-45C0-A518-5E13D84CE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©2000-2014 Vic Uzumeri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D5B23-A480-DBDA-1366-B21A0CC73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7852276-CA27-41B2-B976-B50729EDBE1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2862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1B6F9-FBE0-F286-B1F2-E21EDDFC7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743729-9518-4D80-9DBA-D32087BD7B31}" type="datetime1">
              <a:rPr lang="en-US" altLang="en-US"/>
              <a:pPr>
                <a:defRPr/>
              </a:pPr>
              <a:t>4/20/2026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1AA1F-BC8E-4EBB-835D-66847E67D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©2000-2014 Vic Uzumeri</a:t>
            </a:r>
            <a:endParaRPr lang="en-US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847AC-F0AF-D886-C8A6-A2F089B40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166782-C652-4F08-AB41-18F7D24A502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6594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FCE22-C7FD-4322-1DDB-05D1BF7E0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35C1DA-97F3-4D27-B0B2-1B4AC3AE6D67}" type="datetime1">
              <a:rPr lang="en-US" altLang="en-US"/>
              <a:pPr>
                <a:defRPr/>
              </a:pPr>
              <a:t>4/20/2026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0A9A5-05AD-DE33-CC81-1B2E91FD3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©2000-2014 Vic Uzumeri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2A0E9-8003-B83B-850B-A599B258A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F5DA3A9-DA90-4188-A7D5-F08814AADA2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7466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DE9C6AF-CD93-943E-6CE9-9256AFFA7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05CF60-E981-4127-980F-47EA5AC5F199}" type="datetime1">
              <a:rPr lang="en-US" altLang="en-US"/>
              <a:pPr>
                <a:defRPr/>
              </a:pPr>
              <a:t>4/20/2026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E101F64-01C4-9AF5-1BA2-46BBB5948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©2000-2014 Vic Uzumeri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AB8664D-A096-EBF4-88CE-BCF150A90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5AD0E9C-94E7-4483-AB11-F35C8B8C471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6118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0963E4D-CE8B-AA63-A67C-8B8395BD9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14C226-FE2D-4AE5-BF5A-B8AE409DF232}" type="datetime1">
              <a:rPr lang="en-US" altLang="en-US"/>
              <a:pPr>
                <a:defRPr/>
              </a:pPr>
              <a:t>4/20/2026</a:t>
            </a:fld>
            <a:endParaRPr lang="en-US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3B44D30-1568-CD44-B431-D2045ED47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©2000-2014 Vic Uzumeri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75DF90C-0EE1-1B2F-E096-DEFF6549A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2C1F8B2-67B6-46F6-957D-FF6D6FD0B8B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2970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A7581B0-C122-BD91-4C8C-BD85DE065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B1DE52-7DC5-4F7B-A2FF-F093FADCDFAC}" type="datetime1">
              <a:rPr lang="en-US" altLang="en-US"/>
              <a:pPr>
                <a:defRPr/>
              </a:pPr>
              <a:t>4/20/2026</a:t>
            </a:fld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D8CCA3D-1282-80AA-4930-DDFDC1EE9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©2000-2014 Vic Uzumeri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C860B55-4DDA-612B-AAB6-2E6E29FF4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C203CB5-9658-4B07-A887-107FE5F2AFA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9057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BBC636C-7EEC-3479-A3ED-DDFDA11CC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9A6DAD-A89E-4BEC-9EF6-E9B51BE1FB94}" type="datetime1">
              <a:rPr lang="en-US" altLang="en-US"/>
              <a:pPr>
                <a:defRPr/>
              </a:pPr>
              <a:t>4/20/2026</a:t>
            </a:fld>
            <a:endParaRPr lang="en-US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AC35220-1021-D9FB-AD53-14B2D7392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©2000-2014 Vic Uzumeri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BEAA5E2-9973-A5D3-3D33-D59B76C25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70BD012-D410-473A-8933-647BC97405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9368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F416579-73B3-CEF5-D3D0-91E3F4EDA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93EB0E-ACDF-4C13-ABEA-ECAFC79C0E70}" type="datetime1">
              <a:rPr lang="en-US" altLang="en-US"/>
              <a:pPr>
                <a:defRPr/>
              </a:pPr>
              <a:t>4/20/2026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32BBE7A-50F2-F544-CF0F-3248C9D16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©2000-2014 Vic Uzumeri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74D3AC5-A7F4-37A5-5766-A9AE00E0B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AF56BB3-894C-4526-B519-88648D93A17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2710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D705089-0995-0B57-F8C8-57D8CA4AE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6468F4-0386-4CA0-A067-A86F3F95B6F6}" type="datetime1">
              <a:rPr lang="en-US" altLang="en-US"/>
              <a:pPr>
                <a:defRPr/>
              </a:pPr>
              <a:t>4/20/2026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5341C34-ABB0-E45B-DDB9-E443A12EC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©2000-2014 Vic Uzumeri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0258EA0-49FB-DCB9-BA7A-824264B0A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0D475FF-27F2-49EF-941C-27B10F9F32B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0003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0C8DFC-B402-F279-F1AF-AEFC98F99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1A0BCA-A2C3-452B-A9BF-8E006A90DC64}" type="datetime1">
              <a:rPr lang="en-US" altLang="en-US"/>
              <a:pPr>
                <a:defRPr/>
              </a:pPr>
              <a:t>4/20/2026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6A22D-E73D-ECDB-D424-454EA13AC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©2000-2014 Vic Uzumeri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E37181-9ACA-844F-3F22-922374E8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81F7527-F74F-48AA-A9D5-155CED3BF08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054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F0B6B-7BD1-23A1-EB66-A47579C04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273D69-921E-4E2F-8F21-68D8D173412D}" type="datetime1">
              <a:rPr lang="en-US" altLang="en-US"/>
              <a:pPr>
                <a:defRPr/>
              </a:pPr>
              <a:t>4/20/2026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D05E-6F9D-B862-953A-810AD4EE9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©2000-2014 Vic Uzumeri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AADD5-629A-85D2-F61C-C65CFB37E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DC0FA65-DCEB-4217-B6DA-1B7D08D647B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4755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>
            <a:extLst>
              <a:ext uri="{FF2B5EF4-FFF2-40B4-BE49-F238E27FC236}">
                <a16:creationId xmlns:a16="http://schemas.microsoft.com/office/drawing/2014/main" id="{7537B35F-7D3E-19E2-41C9-C13973C4B69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5" name="Text Placeholder 2">
            <a:extLst>
              <a:ext uri="{FF2B5EF4-FFF2-40B4-BE49-F238E27FC236}">
                <a16:creationId xmlns:a16="http://schemas.microsoft.com/office/drawing/2014/main" id="{EA5A05F7-15AC-9B30-998E-7F2E48BED9B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79590-9607-9727-FDE2-43E86B465C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34B533BC-24CA-4CA5-852B-EF47A66F35F9}" type="datetime1">
              <a:rPr lang="en-US" altLang="en-US"/>
              <a:pPr>
                <a:defRPr/>
              </a:pPr>
              <a:t>4/20/2026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620D9C-1F9C-F19F-4FC9-BF3D466816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©2000-2014 Vic Uzumeri</a:t>
            </a:r>
            <a:endParaRPr lang="en-US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8BDDA-9233-BFBF-D6B6-27ECE020CC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B510A164-0BE4-4E51-92A9-F87FCCC9156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1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linkedin.com/in/uzumeri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jpe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jpeg"/><Relationship Id="rId9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://www.bbsoftware.co.uk/BBFlashBackExpress/Home.aspx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png"/><Relationship Id="rId4" Type="http://schemas.openxmlformats.org/officeDocument/2006/relationships/image" Target="../media/image1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://demos.ipov.net/portal/gallery2/main.php" TargetMode="Externa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PM/index.html" TargetMode="External"/><Relationship Id="rId3" Type="http://schemas.openxmlformats.org/officeDocument/2006/relationships/image" Target="../media/image22.png"/><Relationship Id="rId7" Type="http://schemas.openxmlformats.org/officeDocument/2006/relationships/hyperlink" Target="../../../../Chris/Workspace/iPOV%20General%20Documents/Kelly_Rainer/index.html" TargetMode="External"/><Relationship Id="rId2" Type="http://schemas.openxmlformats.org/officeDocument/2006/relationships/hyperlink" Target="http://www.ipov.net/content/applying-standard-transformations-video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../../../../Chris/Workspace/iPOV%20General%20Documents/Playlist_demonstrator/index.html" TargetMode="External"/><Relationship Id="rId11" Type="http://schemas.openxmlformats.org/officeDocument/2006/relationships/hyperlink" Target="JBlack/index.html" TargetMode="External"/><Relationship Id="rId5" Type="http://schemas.openxmlformats.org/officeDocument/2006/relationships/image" Target="../media/image24.png"/><Relationship Id="rId10" Type="http://schemas.openxmlformats.org/officeDocument/2006/relationships/hyperlink" Target="Southern_Union/Southern_Union_NONAV/index.html" TargetMode="External"/><Relationship Id="rId4" Type="http://schemas.openxmlformats.org/officeDocument/2006/relationships/image" Target="../media/image23.png"/><Relationship Id="rId9" Type="http://schemas.openxmlformats.org/officeDocument/2006/relationships/hyperlink" Target="Maps/index.html" TargetMode="Externa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hyperlink" Target="http://www.ipov.net/content/restate-and-validate-message-video-clip" TargetMode="External"/><Relationship Id="rId18" Type="http://schemas.openxmlformats.org/officeDocument/2006/relationships/image" Target="../media/image38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4.png"/><Relationship Id="rId17" Type="http://schemas.openxmlformats.org/officeDocument/2006/relationships/image" Target="../media/image37.png"/><Relationship Id="rId2" Type="http://schemas.openxmlformats.org/officeDocument/2006/relationships/image" Target="../media/image25.png"/><Relationship Id="rId16" Type="http://schemas.openxmlformats.org/officeDocument/2006/relationships/image" Target="../media/image18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png"/><Relationship Id="rId11" Type="http://schemas.openxmlformats.org/officeDocument/2006/relationships/image" Target="../media/image33.png"/><Relationship Id="rId5" Type="http://schemas.openxmlformats.org/officeDocument/2006/relationships/image" Target="../media/image28.png"/><Relationship Id="rId15" Type="http://schemas.openxmlformats.org/officeDocument/2006/relationships/image" Target="../media/image36.png"/><Relationship Id="rId10" Type="http://schemas.openxmlformats.org/officeDocument/2006/relationships/image" Target="../media/image32.png"/><Relationship Id="rId19" Type="http://schemas.openxmlformats.org/officeDocument/2006/relationships/image" Target="../media/image39.png"/><Relationship Id="rId4" Type="http://schemas.openxmlformats.org/officeDocument/2006/relationships/image" Target="../media/image27.png"/><Relationship Id="rId9" Type="http://schemas.openxmlformats.org/officeDocument/2006/relationships/image" Target="../media/image31.png"/><Relationship Id="rId1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4.png"/><Relationship Id="rId7" Type="http://schemas.openxmlformats.org/officeDocument/2006/relationships/image" Target="../media/image43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0.png"/><Relationship Id="rId5" Type="http://schemas.openxmlformats.org/officeDocument/2006/relationships/image" Target="../media/image38.png"/><Relationship Id="rId4" Type="http://schemas.openxmlformats.org/officeDocument/2006/relationships/image" Target="../media/image42.png"/><Relationship Id="rId9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10" Type="http://schemas.openxmlformats.org/officeDocument/2006/relationships/hyperlink" Target="http://vpost.ipov.net/" TargetMode="External"/><Relationship Id="rId4" Type="http://schemas.openxmlformats.org/officeDocument/2006/relationships/image" Target="../media/image47.png"/><Relationship Id="rId9" Type="http://schemas.openxmlformats.org/officeDocument/2006/relationships/hyperlink" Target="../Kevin_McDevitt_Restate/SKMD_xprt/index.html" TargetMode="Externa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52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hyperlink" Target="http://demos.ipov.net/portal/gallery2/main.php?g2_itemId=887" TargetMode="External"/><Relationship Id="rId5" Type="http://schemas.openxmlformats.org/officeDocument/2006/relationships/image" Target="../media/image48.png"/><Relationship Id="rId10" Type="http://schemas.openxmlformats.org/officeDocument/2006/relationships/hyperlink" Target="Motherboard_Overlay/index.html" TargetMode="External"/><Relationship Id="rId4" Type="http://schemas.openxmlformats.org/officeDocument/2006/relationships/image" Target="../media/image47.png"/><Relationship Id="rId9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12" Type="http://schemas.openxmlformats.org/officeDocument/2006/relationships/hyperlink" Target="http://demos.ipov.net/portal/portal_content/user_docs/Interactivity_Demo/index.html?xid=Inter_demo2" TargetMode="External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hyperlink" Target="http://demos.ipov.net/portal/portal_content/user_docs/Interactivity_Demo/index.html?xid=Inter_demo4" TargetMode="External"/><Relationship Id="rId5" Type="http://schemas.openxmlformats.org/officeDocument/2006/relationships/image" Target="../media/image47.png"/><Relationship Id="rId10" Type="http://schemas.openxmlformats.org/officeDocument/2006/relationships/hyperlink" Target="JBlack/index.html" TargetMode="External"/><Relationship Id="rId4" Type="http://schemas.openxmlformats.org/officeDocument/2006/relationships/image" Target="../media/image52.png"/><Relationship Id="rId9" Type="http://schemas.openxmlformats.org/officeDocument/2006/relationships/image" Target="../media/image5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6.png"/><Relationship Id="rId7" Type="http://schemas.openxmlformats.org/officeDocument/2006/relationships/image" Target="../media/image47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hyperlink" Target="http://www.ipov.net/blog/rich-media-pdfs" TargetMode="External"/><Relationship Id="rId5" Type="http://schemas.openxmlformats.org/officeDocument/2006/relationships/image" Target="../media/image55.png"/><Relationship Id="rId10" Type="http://schemas.openxmlformats.org/officeDocument/2006/relationships/image" Target="../media/image51.png"/><Relationship Id="rId4" Type="http://schemas.openxmlformats.org/officeDocument/2006/relationships/image" Target="../media/image52.png"/><Relationship Id="rId9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hyperlink" Target="http://www.ipov.net/blog/experts-are-going-going" TargetMode="External"/><Relationship Id="rId5" Type="http://schemas.openxmlformats.org/officeDocument/2006/relationships/image" Target="../media/image47.png"/><Relationship Id="rId10" Type="http://schemas.openxmlformats.org/officeDocument/2006/relationships/hyperlink" Target="http://www.ipov.net/blog/rich-media-pdfs" TargetMode="External"/><Relationship Id="rId4" Type="http://schemas.openxmlformats.org/officeDocument/2006/relationships/image" Target="../media/image46.png"/><Relationship Id="rId9" Type="http://schemas.openxmlformats.org/officeDocument/2006/relationships/hyperlink" Target="Kevin_McDevitt_Restate/SKMD_xprt/index.html" TargetMode="Externa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47.png"/><Relationship Id="rId7" Type="http://schemas.openxmlformats.org/officeDocument/2006/relationships/image" Target="../media/image59.png"/><Relationship Id="rId12" Type="http://schemas.openxmlformats.org/officeDocument/2006/relationships/hyperlink" Target="http://demos.ipov.net/portal/gallery2/main.php?g2_itemId=878" TargetMode="Externa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hyperlink" Target="http://www.ipov.net/blog/rich-media-pdfs" TargetMode="External"/><Relationship Id="rId5" Type="http://schemas.openxmlformats.org/officeDocument/2006/relationships/image" Target="../media/image4.png"/><Relationship Id="rId10" Type="http://schemas.openxmlformats.org/officeDocument/2006/relationships/hyperlink" Target="http://techsupport.ipov.net/" TargetMode="External"/><Relationship Id="rId4" Type="http://schemas.openxmlformats.org/officeDocument/2006/relationships/image" Target="../media/image3.png"/><Relationship Id="rId9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hyperlink" Target="http://scdemo.ipov.net/main.php?g2_itemId=593&amp;g2_GALLERYSID=b177085b39037e5afdec72f1ea313e5a" TargetMode="Externa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ipov.net/blog/rich-media-pdfs" TargetMode="External"/><Relationship Id="rId5" Type="http://schemas.openxmlformats.org/officeDocument/2006/relationships/image" Target="../media/image45.png"/><Relationship Id="rId4" Type="http://schemas.openxmlformats.org/officeDocument/2006/relationships/image" Target="../media/image4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10" Type="http://schemas.openxmlformats.org/officeDocument/2006/relationships/image" Target="../media/image74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://demos.ipov.net/portal/portal_content/user_docs/sales/index.html?xid=SAD" TargetMode="External"/><Relationship Id="rId7" Type="http://schemas.openxmlformats.org/officeDocument/2006/relationships/hyperlink" Target="http://demos.svn.ipov.net/library/" TargetMode="External"/><Relationship Id="rId2" Type="http://schemas.openxmlformats.org/officeDocument/2006/relationships/hyperlink" Target="http://www.ipov.net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ipov.net/blog/experts-are-going-going" TargetMode="External"/><Relationship Id="rId5" Type="http://schemas.openxmlformats.org/officeDocument/2006/relationships/hyperlink" Target="http://examples.ipov.net/playlist2" TargetMode="External"/><Relationship Id="rId4" Type="http://schemas.openxmlformats.org/officeDocument/2006/relationships/hyperlink" Target="https://demos.ipov.net/porta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3">
            <a:extLst>
              <a:ext uri="{FF2B5EF4-FFF2-40B4-BE49-F238E27FC236}">
                <a16:creationId xmlns:a16="http://schemas.microsoft.com/office/drawing/2014/main" id="{F96CEB01-D57A-D534-4BB5-919366A3D5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Lean Operations for eLearning Development</a:t>
            </a:r>
            <a:endParaRPr lang="en-US" altLang="en-US" sz="200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39EA44D-E3AA-F2E2-C30B-EE21E26F8C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>
                <a:hlinkClick r:id="rId2"/>
              </a:rPr>
              <a:t>Vic Uzumeri</a:t>
            </a:r>
            <a:r>
              <a:rPr lang="en-US" dirty="0"/>
              <a:t>, PhD</a:t>
            </a:r>
          </a:p>
          <a:p>
            <a:pPr>
              <a:buFont typeface="Arial" charset="0"/>
              <a:buNone/>
              <a:defRPr/>
            </a:pPr>
            <a:r>
              <a:rPr lang="en-US" sz="1800" dirty="0"/>
              <a:t>Auburn University</a:t>
            </a:r>
          </a:p>
          <a:p>
            <a:pPr>
              <a:buFont typeface="Arial" charset="0"/>
              <a:buNone/>
              <a:defRPr/>
            </a:pPr>
            <a:r>
              <a:rPr lang="en-US" sz="1800" dirty="0"/>
              <a:t>interactive Point of View</a:t>
            </a:r>
          </a:p>
        </p:txBody>
      </p:sp>
      <p:sp>
        <p:nvSpPr>
          <p:cNvPr id="15364" name="Date Placeholder 1">
            <a:extLst>
              <a:ext uri="{FF2B5EF4-FFF2-40B4-BE49-F238E27FC236}">
                <a16:creationId xmlns:a16="http://schemas.microsoft.com/office/drawing/2014/main" id="{3E12B905-8C53-2EA5-11E7-04B1419B9D2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514A076-E02C-4B47-9A27-DE90EB9C9659}" type="datetime1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4/20/2026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5365" name="Footer Placeholder 2">
            <a:extLst>
              <a:ext uri="{FF2B5EF4-FFF2-40B4-BE49-F238E27FC236}">
                <a16:creationId xmlns:a16="http://schemas.microsoft.com/office/drawing/2014/main" id="{9160C45A-3EC0-803A-D481-A66DF5FBD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©2000-2014 Vic Uzumeri</a:t>
            </a:r>
          </a:p>
        </p:txBody>
      </p:sp>
      <p:sp>
        <p:nvSpPr>
          <p:cNvPr id="15366" name="Slide Number Placeholder 3">
            <a:extLst>
              <a:ext uri="{FF2B5EF4-FFF2-40B4-BE49-F238E27FC236}">
                <a16:creationId xmlns:a16="http://schemas.microsoft.com/office/drawing/2014/main" id="{AE2343A5-01A7-0403-7843-09ECF14E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E0766CC-7E1F-4CC9-BFD5-33FC07A30C56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3">
            <a:extLst>
              <a:ext uri="{FF2B5EF4-FFF2-40B4-BE49-F238E27FC236}">
                <a16:creationId xmlns:a16="http://schemas.microsoft.com/office/drawing/2014/main" id="{A419CB37-DCDF-57FE-1ACE-D990B01E2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Technical Knowledge Supply Chain (TKSC)</a:t>
            </a:r>
          </a:p>
        </p:txBody>
      </p:sp>
      <p:sp>
        <p:nvSpPr>
          <p:cNvPr id="39" name="Content Placeholder 38">
            <a:extLst>
              <a:ext uri="{FF2B5EF4-FFF2-40B4-BE49-F238E27FC236}">
                <a16:creationId xmlns:a16="http://schemas.microsoft.com/office/drawing/2014/main" id="{5676154B-E74E-A1CF-5EBC-21ACA3394B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4038600"/>
            <a:ext cx="4038600" cy="2362200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Generation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Production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Distribution</a:t>
            </a:r>
          </a:p>
          <a:p>
            <a:pPr marL="914400" lvl="1" indent="-514350">
              <a:buFont typeface="+mj-lt"/>
              <a:buAutoNum type="alphaLcParenR"/>
              <a:defRPr/>
            </a:pPr>
            <a:r>
              <a:rPr lang="en-US" dirty="0"/>
              <a:t>E2E</a:t>
            </a:r>
          </a:p>
          <a:p>
            <a:pPr marL="914400" lvl="1" indent="-514350">
              <a:buFont typeface="+mj-lt"/>
              <a:buAutoNum type="alphaLcParenR"/>
              <a:defRPr/>
            </a:pPr>
            <a:r>
              <a:rPr lang="en-US" dirty="0"/>
              <a:t>E2C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Consumption</a:t>
            </a:r>
          </a:p>
        </p:txBody>
      </p:sp>
      <p:sp>
        <p:nvSpPr>
          <p:cNvPr id="16388" name="Date Placeholder 32">
            <a:extLst>
              <a:ext uri="{FF2B5EF4-FFF2-40B4-BE49-F238E27FC236}">
                <a16:creationId xmlns:a16="http://schemas.microsoft.com/office/drawing/2014/main" id="{A7AB668E-056B-F97A-9C41-7C82A85744D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EA33C93-7274-49FC-9412-657F20F17559}" type="datetime1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4/20/2026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38422C95-E2F7-72BD-3C0F-57B569BD4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©2000-2014 Vic Uzumeri</a:t>
            </a:r>
          </a:p>
        </p:txBody>
      </p:sp>
      <p:sp>
        <p:nvSpPr>
          <p:cNvPr id="16390" name="Slide Number Placeholder 33">
            <a:extLst>
              <a:ext uri="{FF2B5EF4-FFF2-40B4-BE49-F238E27FC236}">
                <a16:creationId xmlns:a16="http://schemas.microsoft.com/office/drawing/2014/main" id="{4509E37F-D2EF-954C-746A-1CF907CDF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684E6CA-B815-44B6-A88B-A7CA3A30FA4E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FD4500-0C93-8C29-1F9A-CBAD214F5739}"/>
              </a:ext>
            </a:extLst>
          </p:cNvPr>
          <p:cNvSpPr/>
          <p:nvPr/>
        </p:nvSpPr>
        <p:spPr>
          <a:xfrm>
            <a:off x="914400" y="3276600"/>
            <a:ext cx="838200" cy="457200"/>
          </a:xfrm>
          <a:prstGeom prst="rect">
            <a:avLst/>
          </a:prstGeom>
          <a:solidFill>
            <a:schemeClr val="accent1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72D8B4-5219-ABCE-5D80-F7F37E777474}"/>
              </a:ext>
            </a:extLst>
          </p:cNvPr>
          <p:cNvSpPr/>
          <p:nvPr/>
        </p:nvSpPr>
        <p:spPr>
          <a:xfrm>
            <a:off x="3733800" y="3276600"/>
            <a:ext cx="838200" cy="457200"/>
          </a:xfrm>
          <a:prstGeom prst="rect">
            <a:avLst/>
          </a:prstGeom>
          <a:solidFill>
            <a:schemeClr val="accent1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B351B1-20DB-D677-F3FD-0D71873C98BF}"/>
              </a:ext>
            </a:extLst>
          </p:cNvPr>
          <p:cNvSpPr/>
          <p:nvPr/>
        </p:nvSpPr>
        <p:spPr>
          <a:xfrm>
            <a:off x="2286000" y="3276600"/>
            <a:ext cx="838200" cy="457200"/>
          </a:xfrm>
          <a:prstGeom prst="rect">
            <a:avLst/>
          </a:prstGeom>
          <a:solidFill>
            <a:schemeClr val="accent1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8D4CACCF-6089-85CA-D4F0-AE4717A7556F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1752600" y="3505200"/>
            <a:ext cx="533400" cy="1588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3B1024DE-3290-2BEC-4DB9-F12FF6D16E39}"/>
              </a:ext>
            </a:extLst>
          </p:cNvPr>
          <p:cNvCxnSpPr>
            <a:stCxn id="7" idx="3"/>
            <a:endCxn id="6" idx="1"/>
          </p:cNvCxnSpPr>
          <p:nvPr/>
        </p:nvCxnSpPr>
        <p:spPr>
          <a:xfrm>
            <a:off x="3124200" y="3505200"/>
            <a:ext cx="609600" cy="1588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861F4349-A92D-A35A-52E1-9AD28B6B7F98}"/>
              </a:ext>
            </a:extLst>
          </p:cNvPr>
          <p:cNvSpPr/>
          <p:nvPr/>
        </p:nvSpPr>
        <p:spPr>
          <a:xfrm>
            <a:off x="5181600" y="3276600"/>
            <a:ext cx="838200" cy="457200"/>
          </a:xfrm>
          <a:prstGeom prst="rect">
            <a:avLst/>
          </a:prstGeom>
          <a:solidFill>
            <a:schemeClr val="accent1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AB21AA6A-19F2-1B7F-029B-A72CD394BE8A}"/>
              </a:ext>
            </a:extLst>
          </p:cNvPr>
          <p:cNvCxnSpPr>
            <a:stCxn id="6" idx="3"/>
            <a:endCxn id="18" idx="1"/>
          </p:cNvCxnSpPr>
          <p:nvPr/>
        </p:nvCxnSpPr>
        <p:spPr>
          <a:xfrm>
            <a:off x="4572000" y="3505200"/>
            <a:ext cx="609600" cy="1588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62E6DB2D-E935-87E6-3006-E8907A4CE793}"/>
              </a:ext>
            </a:extLst>
          </p:cNvPr>
          <p:cNvCxnSpPr>
            <a:stCxn id="18" idx="3"/>
          </p:cNvCxnSpPr>
          <p:nvPr/>
        </p:nvCxnSpPr>
        <p:spPr>
          <a:xfrm>
            <a:off x="6019800" y="3505200"/>
            <a:ext cx="762000" cy="1588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99" name="TextBox 22">
            <a:extLst>
              <a:ext uri="{FF2B5EF4-FFF2-40B4-BE49-F238E27FC236}">
                <a16:creationId xmlns:a16="http://schemas.microsoft.com/office/drawing/2014/main" id="{F76906DB-9567-78CD-9AB5-C354FD6A6D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3276600"/>
            <a:ext cx="16017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Consumers</a:t>
            </a:r>
          </a:p>
        </p:txBody>
      </p:sp>
      <p:pic>
        <p:nvPicPr>
          <p:cNvPr id="16400" name="Picture 3" descr="\\Sydney\data\zipfiles_registered\icons_and_ClipArt\ProfessionalIcons\ix_ObjectsAndPeople_all\32x32\plain\pawn_glass_white.png">
            <a:extLst>
              <a:ext uri="{FF2B5EF4-FFF2-40B4-BE49-F238E27FC236}">
                <a16:creationId xmlns:a16="http://schemas.microsoft.com/office/drawing/2014/main" id="{65C44295-1BD6-C630-E0F7-A642CB0805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7438" y="2819400"/>
            <a:ext cx="411162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01" name="Picture 4" descr="\\Sydney\data\zipfiles_registered\icons_and_ClipArt\ProfessionalIcons\ix_ObjectsAndPeople_all\32x32\plain\pawn_glass_yellow.png">
            <a:extLst>
              <a:ext uri="{FF2B5EF4-FFF2-40B4-BE49-F238E27FC236}">
                <a16:creationId xmlns:a16="http://schemas.microsoft.com/office/drawing/2014/main" id="{CAD953BA-4B3C-092B-14AE-165E4AD2D1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9838" y="2667000"/>
            <a:ext cx="411162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02" name="Picture 5" descr="\\Sydney\data\zipfiles_registered\icons_and_ClipArt\ProfessionalIcons\ix_ObjectsAndPeople_all\32x32\plain\pawn_glass_blue.png">
            <a:extLst>
              <a:ext uri="{FF2B5EF4-FFF2-40B4-BE49-F238E27FC236}">
                <a16:creationId xmlns:a16="http://schemas.microsoft.com/office/drawing/2014/main" id="{1FB9030F-513E-B422-74D9-215C8BEB3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751013"/>
            <a:ext cx="411163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Freeform 30">
            <a:extLst>
              <a:ext uri="{FF2B5EF4-FFF2-40B4-BE49-F238E27FC236}">
                <a16:creationId xmlns:a16="http://schemas.microsoft.com/office/drawing/2014/main" id="{A50C5DC5-90E6-9603-50DE-94F1FD3FDC8C}"/>
              </a:ext>
            </a:extLst>
          </p:cNvPr>
          <p:cNvSpPr/>
          <p:nvPr/>
        </p:nvSpPr>
        <p:spPr>
          <a:xfrm>
            <a:off x="1447800" y="2247900"/>
            <a:ext cx="2362200" cy="723900"/>
          </a:xfrm>
          <a:custGeom>
            <a:avLst/>
            <a:gdLst>
              <a:gd name="connsiteX0" fmla="*/ 0 w 5563673"/>
              <a:gd name="connsiteY0" fmla="*/ 0 h 888642"/>
              <a:gd name="connsiteX1" fmla="*/ 0 w 5563673"/>
              <a:gd name="connsiteY1" fmla="*/ 888642 h 888642"/>
              <a:gd name="connsiteX2" fmla="*/ 4739425 w 5563673"/>
              <a:gd name="connsiteY2" fmla="*/ 888642 h 888642"/>
              <a:gd name="connsiteX3" fmla="*/ 5563673 w 5563673"/>
              <a:gd name="connsiteY3" fmla="*/ 734095 h 888642"/>
              <a:gd name="connsiteX0" fmla="*/ 0 w 5792273"/>
              <a:gd name="connsiteY0" fmla="*/ 0 h 888642"/>
              <a:gd name="connsiteX1" fmla="*/ 0 w 5792273"/>
              <a:gd name="connsiteY1" fmla="*/ 888642 h 888642"/>
              <a:gd name="connsiteX2" fmla="*/ 4739425 w 5792273"/>
              <a:gd name="connsiteY2" fmla="*/ 888642 h 888642"/>
              <a:gd name="connsiteX3" fmla="*/ 5792273 w 5792273"/>
              <a:gd name="connsiteY3" fmla="*/ 734095 h 888642"/>
              <a:gd name="connsiteX0" fmla="*/ 0 w 5792273"/>
              <a:gd name="connsiteY0" fmla="*/ 0 h 888642"/>
              <a:gd name="connsiteX1" fmla="*/ 0 w 5792273"/>
              <a:gd name="connsiteY1" fmla="*/ 888642 h 888642"/>
              <a:gd name="connsiteX2" fmla="*/ 4739425 w 5792273"/>
              <a:gd name="connsiteY2" fmla="*/ 888642 h 888642"/>
              <a:gd name="connsiteX3" fmla="*/ 5792273 w 5792273"/>
              <a:gd name="connsiteY3" fmla="*/ 48571 h 888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92273" h="888642">
                <a:moveTo>
                  <a:pt x="0" y="0"/>
                </a:moveTo>
                <a:lnTo>
                  <a:pt x="0" y="888642"/>
                </a:lnTo>
                <a:lnTo>
                  <a:pt x="4739425" y="888642"/>
                </a:lnTo>
                <a:lnTo>
                  <a:pt x="5792273" y="48571"/>
                </a:lnTo>
              </a:path>
            </a:pathLst>
          </a:custGeom>
          <a:ln w="28575"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13699A2E-AB83-5556-4CA5-4AC38725ECA2}"/>
              </a:ext>
            </a:extLst>
          </p:cNvPr>
          <p:cNvSpPr/>
          <p:nvPr/>
        </p:nvSpPr>
        <p:spPr>
          <a:xfrm>
            <a:off x="1371600" y="2235200"/>
            <a:ext cx="5810250" cy="811213"/>
          </a:xfrm>
          <a:custGeom>
            <a:avLst/>
            <a:gdLst>
              <a:gd name="connsiteX0" fmla="*/ 0 w 2949262"/>
              <a:gd name="connsiteY0" fmla="*/ 0 h 811369"/>
              <a:gd name="connsiteX1" fmla="*/ 0 w 2949262"/>
              <a:gd name="connsiteY1" fmla="*/ 811369 h 811369"/>
              <a:gd name="connsiteX2" fmla="*/ 2137893 w 2949262"/>
              <a:gd name="connsiteY2" fmla="*/ 811369 h 811369"/>
              <a:gd name="connsiteX3" fmla="*/ 2949262 w 2949262"/>
              <a:gd name="connsiteY3" fmla="*/ 656822 h 811369"/>
              <a:gd name="connsiteX0" fmla="*/ 0 w 3254062"/>
              <a:gd name="connsiteY0" fmla="*/ 0 h 811369"/>
              <a:gd name="connsiteX1" fmla="*/ 0 w 3254062"/>
              <a:gd name="connsiteY1" fmla="*/ 811369 h 811369"/>
              <a:gd name="connsiteX2" fmla="*/ 2137893 w 3254062"/>
              <a:gd name="connsiteY2" fmla="*/ 811369 h 811369"/>
              <a:gd name="connsiteX3" fmla="*/ 3254062 w 3254062"/>
              <a:gd name="connsiteY3" fmla="*/ 656822 h 811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54062" h="811369">
                <a:moveTo>
                  <a:pt x="0" y="0"/>
                </a:moveTo>
                <a:lnTo>
                  <a:pt x="0" y="811369"/>
                </a:lnTo>
                <a:lnTo>
                  <a:pt x="2137893" y="811369"/>
                </a:lnTo>
                <a:lnTo>
                  <a:pt x="3254062" y="656822"/>
                </a:lnTo>
              </a:path>
            </a:pathLst>
          </a:custGeom>
          <a:ln w="28575">
            <a:solidFill>
              <a:srgbClr val="C00000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16405" name="TextBox 32">
            <a:extLst>
              <a:ext uri="{FF2B5EF4-FFF2-40B4-BE49-F238E27FC236}">
                <a16:creationId xmlns:a16="http://schemas.microsoft.com/office/drawing/2014/main" id="{D32840F8-629A-5701-08A0-4788A441D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1771650"/>
            <a:ext cx="17049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Technical Expert</a:t>
            </a:r>
          </a:p>
        </p:txBody>
      </p:sp>
      <p:sp>
        <p:nvSpPr>
          <p:cNvPr id="16406" name="TextBox 33">
            <a:extLst>
              <a:ext uri="{FF2B5EF4-FFF2-40B4-BE49-F238E27FC236}">
                <a16:creationId xmlns:a16="http://schemas.microsoft.com/office/drawing/2014/main" id="{7F83D841-29A1-4D12-58C8-C73AD6CF39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1771650"/>
            <a:ext cx="17049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Technical Expert</a:t>
            </a:r>
          </a:p>
        </p:txBody>
      </p:sp>
      <p:sp>
        <p:nvSpPr>
          <p:cNvPr id="16407" name="TextBox 34">
            <a:extLst>
              <a:ext uri="{FF2B5EF4-FFF2-40B4-BE49-F238E27FC236}">
                <a16:creationId xmlns:a16="http://schemas.microsoft.com/office/drawing/2014/main" id="{23ACBAD2-7880-4E6F-DADE-9AEA25EDF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6200" y="3657600"/>
            <a:ext cx="3122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Goods or Services Supply Chain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CA52C1F-1FBC-7818-DCD0-E90BC458F0E4}"/>
              </a:ext>
            </a:extLst>
          </p:cNvPr>
          <p:cNvSpPr/>
          <p:nvPr/>
        </p:nvSpPr>
        <p:spPr>
          <a:xfrm>
            <a:off x="990600" y="1600200"/>
            <a:ext cx="736600" cy="736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" name="TextBox 36">
            <a:extLst>
              <a:ext uri="{FF2B5EF4-FFF2-40B4-BE49-F238E27FC236}">
                <a16:creationId xmlns:a16="http://schemas.microsoft.com/office/drawing/2014/main" id="{B1CC0DEE-D6F1-BCD3-4B11-EEC887B5C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7575" y="1371600"/>
            <a:ext cx="301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8144B71-E2BC-E843-50E6-085C5455CF80}"/>
              </a:ext>
            </a:extLst>
          </p:cNvPr>
          <p:cNvSpPr/>
          <p:nvPr/>
        </p:nvSpPr>
        <p:spPr>
          <a:xfrm>
            <a:off x="990600" y="2743200"/>
            <a:ext cx="736600" cy="736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38">
            <a:extLst>
              <a:ext uri="{FF2B5EF4-FFF2-40B4-BE49-F238E27FC236}">
                <a16:creationId xmlns:a16="http://schemas.microsoft.com/office/drawing/2014/main" id="{341A2E4D-A41D-C832-7AD3-8374041006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514600"/>
            <a:ext cx="301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BA5255D-47B8-7D47-4A18-DE059D7EC7A9}"/>
              </a:ext>
            </a:extLst>
          </p:cNvPr>
          <p:cNvSpPr/>
          <p:nvPr/>
        </p:nvSpPr>
        <p:spPr>
          <a:xfrm>
            <a:off x="5199063" y="2667000"/>
            <a:ext cx="736600" cy="736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4121" name="TextBox 40">
            <a:extLst>
              <a:ext uri="{FF2B5EF4-FFF2-40B4-BE49-F238E27FC236}">
                <a16:creationId xmlns:a16="http://schemas.microsoft.com/office/drawing/2014/main" id="{F414159A-C9B5-B894-D255-7BE04AEA3A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8175" y="2438400"/>
            <a:ext cx="425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3b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1C8A2FE-1C48-89A7-9BE9-A70A16F768C1}"/>
              </a:ext>
            </a:extLst>
          </p:cNvPr>
          <p:cNvSpPr/>
          <p:nvPr/>
        </p:nvSpPr>
        <p:spPr>
          <a:xfrm>
            <a:off x="6705600" y="2590800"/>
            <a:ext cx="736600" cy="736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4123" name="TextBox 42">
            <a:extLst>
              <a:ext uri="{FF2B5EF4-FFF2-40B4-BE49-F238E27FC236}">
                <a16:creationId xmlns:a16="http://schemas.microsoft.com/office/drawing/2014/main" id="{9D2C2D57-C18E-890F-C0AD-68618734C2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2286000"/>
            <a:ext cx="301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6416" name="TextBox 44">
            <a:extLst>
              <a:ext uri="{FF2B5EF4-FFF2-40B4-BE49-F238E27FC236}">
                <a16:creationId xmlns:a16="http://schemas.microsoft.com/office/drawing/2014/main" id="{8F105650-026D-83EE-D1C1-A2DE98242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4648200"/>
            <a:ext cx="184785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/>
              <a:t>Four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/>
              <a:t>Challenges:</a:t>
            </a:r>
          </a:p>
        </p:txBody>
      </p:sp>
      <p:pic>
        <p:nvPicPr>
          <p:cNvPr id="16417" name="Picture 4" descr="\\Sydney\data\zipfiles_registered\icons_and_ClipArt\ProfessionalIcons\ix_ObjectsAndPeople_all\32x32\plain\pawn_glass_yellow.png">
            <a:extLst>
              <a:ext uri="{FF2B5EF4-FFF2-40B4-BE49-F238E27FC236}">
                <a16:creationId xmlns:a16="http://schemas.microsoft.com/office/drawing/2014/main" id="{7BB34AD6-296D-0C95-DCC7-0E71102175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2514600"/>
            <a:ext cx="411163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18" name="Picture 5" descr="\\Sydney\data\zipfiles_registered\icons_and_ClipArt\ProfessionalIcons\ix_ObjectsAndPeople_all\32x32\plain\pawn_glass_blue.png">
            <a:extLst>
              <a:ext uri="{FF2B5EF4-FFF2-40B4-BE49-F238E27FC236}">
                <a16:creationId xmlns:a16="http://schemas.microsoft.com/office/drawing/2014/main" id="{2AAA6A94-E55B-1D4E-26B5-66771F0A6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1752600"/>
            <a:ext cx="411163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2501E2D8-3409-38BC-6FC7-43ACD09A46E4}"/>
              </a:ext>
            </a:extLst>
          </p:cNvPr>
          <p:cNvSpPr/>
          <p:nvPr/>
        </p:nvSpPr>
        <p:spPr>
          <a:xfrm>
            <a:off x="2971800" y="2590800"/>
            <a:ext cx="736600" cy="736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6B57CF-1D58-97C3-6BE3-8B21571C1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675" y="228600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3a</a:t>
            </a:r>
          </a:p>
        </p:txBody>
      </p:sp>
      <p:sp>
        <p:nvSpPr>
          <p:cNvPr id="45" name="Freeform 44">
            <a:extLst>
              <a:ext uri="{FF2B5EF4-FFF2-40B4-BE49-F238E27FC236}">
                <a16:creationId xmlns:a16="http://schemas.microsoft.com/office/drawing/2014/main" id="{E1DE58D2-3548-2477-E020-695334BF7D07}"/>
              </a:ext>
            </a:extLst>
          </p:cNvPr>
          <p:cNvSpPr/>
          <p:nvPr/>
        </p:nvSpPr>
        <p:spPr>
          <a:xfrm>
            <a:off x="3962400" y="2209800"/>
            <a:ext cx="3200400" cy="723900"/>
          </a:xfrm>
          <a:custGeom>
            <a:avLst/>
            <a:gdLst>
              <a:gd name="connsiteX0" fmla="*/ 0 w 5563673"/>
              <a:gd name="connsiteY0" fmla="*/ 0 h 888642"/>
              <a:gd name="connsiteX1" fmla="*/ 0 w 5563673"/>
              <a:gd name="connsiteY1" fmla="*/ 888642 h 888642"/>
              <a:gd name="connsiteX2" fmla="*/ 4739425 w 5563673"/>
              <a:gd name="connsiteY2" fmla="*/ 888642 h 888642"/>
              <a:gd name="connsiteX3" fmla="*/ 5563673 w 5563673"/>
              <a:gd name="connsiteY3" fmla="*/ 734095 h 888642"/>
              <a:gd name="connsiteX0" fmla="*/ 0 w 5792273"/>
              <a:gd name="connsiteY0" fmla="*/ 0 h 888642"/>
              <a:gd name="connsiteX1" fmla="*/ 0 w 5792273"/>
              <a:gd name="connsiteY1" fmla="*/ 888642 h 888642"/>
              <a:gd name="connsiteX2" fmla="*/ 4739425 w 5792273"/>
              <a:gd name="connsiteY2" fmla="*/ 888642 h 888642"/>
              <a:gd name="connsiteX3" fmla="*/ 5792273 w 5792273"/>
              <a:gd name="connsiteY3" fmla="*/ 734095 h 888642"/>
              <a:gd name="connsiteX0" fmla="*/ 0 w 5792273"/>
              <a:gd name="connsiteY0" fmla="*/ 0 h 888642"/>
              <a:gd name="connsiteX1" fmla="*/ 0 w 5792273"/>
              <a:gd name="connsiteY1" fmla="*/ 888642 h 888642"/>
              <a:gd name="connsiteX2" fmla="*/ 4739425 w 5792273"/>
              <a:gd name="connsiteY2" fmla="*/ 888642 h 888642"/>
              <a:gd name="connsiteX3" fmla="*/ 5792273 w 5792273"/>
              <a:gd name="connsiteY3" fmla="*/ 48571 h 888642"/>
              <a:gd name="connsiteX0" fmla="*/ 0 w 7847596"/>
              <a:gd name="connsiteY0" fmla="*/ 0 h 888642"/>
              <a:gd name="connsiteX1" fmla="*/ 0 w 7847596"/>
              <a:gd name="connsiteY1" fmla="*/ 888642 h 888642"/>
              <a:gd name="connsiteX2" fmla="*/ 4739425 w 7847596"/>
              <a:gd name="connsiteY2" fmla="*/ 888642 h 888642"/>
              <a:gd name="connsiteX3" fmla="*/ 7847596 w 7847596"/>
              <a:gd name="connsiteY3" fmla="*/ 703360 h 888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47596" h="888642">
                <a:moveTo>
                  <a:pt x="0" y="0"/>
                </a:moveTo>
                <a:lnTo>
                  <a:pt x="0" y="888642"/>
                </a:lnTo>
                <a:lnTo>
                  <a:pt x="4739425" y="888642"/>
                </a:lnTo>
                <a:lnTo>
                  <a:pt x="7847596" y="703360"/>
                </a:lnTo>
              </a:path>
            </a:pathLst>
          </a:custGeom>
          <a:ln w="28575"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build="p"/>
      <p:bldP spid="36" grpId="0" animBg="1"/>
      <p:bldP spid="2" grpId="0"/>
      <p:bldP spid="38" grpId="0" animBg="1"/>
      <p:bldP spid="3" grpId="0"/>
      <p:bldP spid="40" grpId="0" animBg="1"/>
      <p:bldP spid="4121" grpId="0"/>
      <p:bldP spid="42" grpId="0" animBg="1"/>
      <p:bldP spid="4123" grpId="0"/>
      <p:bldP spid="37" grpId="0" animBg="1"/>
      <p:bldP spid="4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892923E0-0BF0-E467-2C5E-E0FEB2885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Toyota’s Lean Principles</a:t>
            </a:r>
            <a:br>
              <a:rPr lang="en-US" altLang="en-US"/>
            </a:br>
            <a:r>
              <a:rPr lang="en-US" altLang="en-US" sz="2200"/>
              <a:t>Kent Bowen and David Spear, HBR (1999)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794CE9D-E86F-5EFC-948B-D2AEDB7E772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33400" y="2098675"/>
          <a:ext cx="8229600" cy="376555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Principle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Short 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All work is highly specific in content, sequence, timing, and outcome.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Standard Work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Every connection between employees must be standardized, direct, and unambiguous.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Minimized Flow Time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Every product and service flows along a specified, direct path.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Structured Workflow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All improvements will be made according to the scientific method.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Continuous Improvement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1ADC2649-D8AD-1731-1CA6-6D4E2994549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33400" y="2098675"/>
          <a:ext cx="8229600" cy="376555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Principle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Short 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All work is highly specific in content, sequence, timing, and outcome.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Standard Work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Every connection between employees must be standardized, direct, and unambiguous.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Minimized Flow Time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Every product and service flows along a specified, direct path.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Structured Workflow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All improvements will be made according to the scientific method.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Continuous Improvement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6C04DF53-2B08-B09E-ACEA-EC8E1D05AF99}"/>
              </a:ext>
            </a:extLst>
          </p:cNvPr>
          <p:cNvGraphicFramePr>
            <a:graphicFrameLocks noGrp="1"/>
          </p:cNvGraphicFramePr>
          <p:nvPr/>
        </p:nvGraphicFramePr>
        <p:xfrm>
          <a:off x="533400" y="2098675"/>
          <a:ext cx="8229600" cy="376555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Principle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Short 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All work is highly specific in content, sequence, timing, and outcome.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Standard Work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Every connection between employees must be standardized, direct, and unambiguous.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Minimized Flow Time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Every product and service flows along a specified, direct path.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Structured Workflow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All improvements will be made according to the scientific method.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Continuous Improvement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489" name="Date Placeholder 1">
            <a:extLst>
              <a:ext uri="{FF2B5EF4-FFF2-40B4-BE49-F238E27FC236}">
                <a16:creationId xmlns:a16="http://schemas.microsoft.com/office/drawing/2014/main" id="{31105625-AE8D-5BF4-11C6-C09CBF5C65B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BF24FC2-B6D9-4337-8944-A5CD0DB00E4D}" type="datetime1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4/20/2026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7490" name="Footer Placeholder 2">
            <a:extLst>
              <a:ext uri="{FF2B5EF4-FFF2-40B4-BE49-F238E27FC236}">
                <a16:creationId xmlns:a16="http://schemas.microsoft.com/office/drawing/2014/main" id="{2ADAF8AC-5DDB-62C0-DBC1-F40729A47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©2000-2014 Vic Uzumeri</a:t>
            </a:r>
          </a:p>
        </p:txBody>
      </p:sp>
      <p:sp>
        <p:nvSpPr>
          <p:cNvPr id="17491" name="Slide Number Placeholder 6">
            <a:extLst>
              <a:ext uri="{FF2B5EF4-FFF2-40B4-BE49-F238E27FC236}">
                <a16:creationId xmlns:a16="http://schemas.microsoft.com/office/drawing/2014/main" id="{410901BB-06C0-B8AC-486F-3FEA8AAA2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35BCDA5-BAA7-4042-9F78-DF22C32DEFD3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16BC1BF9-7741-4C62-15F9-26155148E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Importance of Flow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AF2FE-F296-C24B-5215-6760E2C26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Delays </a:t>
            </a:r>
            <a:r>
              <a:rPr lang="en-US" altLang="en-US" b="1"/>
              <a:t>dissatisfy customers</a:t>
            </a:r>
          </a:p>
          <a:p>
            <a:r>
              <a:rPr lang="en-US" altLang="en-US" b="1"/>
              <a:t>Undelivered technical knowledge is WIP </a:t>
            </a:r>
            <a:r>
              <a:rPr lang="en-US" altLang="en-US"/>
              <a:t>and ties up working capital</a:t>
            </a:r>
          </a:p>
          <a:p>
            <a:r>
              <a:rPr lang="en-US" altLang="en-US"/>
              <a:t>If technical knowledge is time-sensitive, </a:t>
            </a:r>
            <a:r>
              <a:rPr lang="en-US" altLang="en-US" b="1"/>
              <a:t>delay creates scrap</a:t>
            </a:r>
          </a:p>
          <a:p>
            <a:r>
              <a:rPr lang="en-US" altLang="en-US"/>
              <a:t>Delays </a:t>
            </a:r>
            <a:r>
              <a:rPr lang="en-US" altLang="en-US" b="1"/>
              <a:t>mask/reflect inefficiencies </a:t>
            </a:r>
            <a:r>
              <a:rPr lang="en-US" altLang="en-US"/>
              <a:t>and errors</a:t>
            </a:r>
            <a:endParaRPr lang="en-US" altLang="en-US" b="1"/>
          </a:p>
          <a:p>
            <a:r>
              <a:rPr lang="en-US" altLang="en-US"/>
              <a:t>Delays </a:t>
            </a:r>
            <a:r>
              <a:rPr lang="en-US" altLang="en-US" b="1"/>
              <a:t>generate unwanted variation</a:t>
            </a:r>
            <a:endParaRPr lang="en-US" altLang="en-US"/>
          </a:p>
          <a:p>
            <a:r>
              <a:rPr lang="en-US" altLang="en-US"/>
              <a:t>Delays </a:t>
            </a:r>
            <a:r>
              <a:rPr lang="en-US" altLang="en-US" b="1"/>
              <a:t>give competitors time to react</a:t>
            </a:r>
          </a:p>
        </p:txBody>
      </p:sp>
      <p:sp>
        <p:nvSpPr>
          <p:cNvPr id="18436" name="Date Placeholder 1">
            <a:extLst>
              <a:ext uri="{FF2B5EF4-FFF2-40B4-BE49-F238E27FC236}">
                <a16:creationId xmlns:a16="http://schemas.microsoft.com/office/drawing/2014/main" id="{626B5298-7D6A-A2F9-4148-AE5FC23866C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878B7F4-AD2B-4510-9C02-B4AA7C12E6D8}" type="datetime1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4/20/2026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8437" name="Footer Placeholder 3">
            <a:extLst>
              <a:ext uri="{FF2B5EF4-FFF2-40B4-BE49-F238E27FC236}">
                <a16:creationId xmlns:a16="http://schemas.microsoft.com/office/drawing/2014/main" id="{1B0257DE-CB53-3F1D-86D5-23B076EF6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©2000-2014 Vic Uzumeri</a:t>
            </a:r>
          </a:p>
        </p:txBody>
      </p:sp>
      <p:sp>
        <p:nvSpPr>
          <p:cNvPr id="18438" name="Slide Number Placeholder 4">
            <a:extLst>
              <a:ext uri="{FF2B5EF4-FFF2-40B4-BE49-F238E27FC236}">
                <a16:creationId xmlns:a16="http://schemas.microsoft.com/office/drawing/2014/main" id="{B75991E0-ECC1-D74F-9E4D-7C3C4713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09D5DC5-9A31-4D18-A411-6A078411CA72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rapezoid 2">
            <a:extLst>
              <a:ext uri="{FF2B5EF4-FFF2-40B4-BE49-F238E27FC236}">
                <a16:creationId xmlns:a16="http://schemas.microsoft.com/office/drawing/2014/main" id="{C2F1A5B4-9636-8F62-C75C-B25F74E9F2E3}"/>
              </a:ext>
            </a:extLst>
          </p:cNvPr>
          <p:cNvSpPr/>
          <p:nvPr/>
        </p:nvSpPr>
        <p:spPr bwMode="auto">
          <a:xfrm rot="5400000">
            <a:off x="7204676" y="3398477"/>
            <a:ext cx="1371532" cy="1608593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Long Flow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(Authoring)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Time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71D1A64-A054-151B-ACEE-6DB103353FC2}"/>
              </a:ext>
            </a:extLst>
          </p:cNvPr>
          <p:cNvCxnSpPr>
            <a:endCxn id="3" idx="2"/>
          </p:cNvCxnSpPr>
          <p:nvPr/>
        </p:nvCxnSpPr>
        <p:spPr bwMode="auto">
          <a:xfrm>
            <a:off x="923925" y="4202113"/>
            <a:ext cx="6162675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927EFFD-1AAC-7482-0BD5-C4AF4FA33946}"/>
              </a:ext>
            </a:extLst>
          </p:cNvPr>
          <p:cNvCxnSpPr/>
          <p:nvPr/>
        </p:nvCxnSpPr>
        <p:spPr bwMode="auto">
          <a:xfrm rot="16200000" flipH="1">
            <a:off x="3628232" y="2793206"/>
            <a:ext cx="1828800" cy="989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6DD14F-B3C7-3EA9-EB01-4CA3E702716F}"/>
              </a:ext>
            </a:extLst>
          </p:cNvPr>
          <p:cNvCxnSpPr/>
          <p:nvPr/>
        </p:nvCxnSpPr>
        <p:spPr bwMode="auto">
          <a:xfrm rot="16200000" flipH="1">
            <a:off x="619125" y="2754313"/>
            <a:ext cx="1828800" cy="1066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4415C9E-8247-2472-528E-AB60223DD896}"/>
              </a:ext>
            </a:extLst>
          </p:cNvPr>
          <p:cNvCxnSpPr/>
          <p:nvPr/>
        </p:nvCxnSpPr>
        <p:spPr bwMode="auto">
          <a:xfrm rot="5400000" flipH="1" flipV="1">
            <a:off x="1795463" y="4583113"/>
            <a:ext cx="1752600" cy="990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1BE307E-564F-C84B-A300-151B849E556B}"/>
              </a:ext>
            </a:extLst>
          </p:cNvPr>
          <p:cNvCxnSpPr/>
          <p:nvPr/>
        </p:nvCxnSpPr>
        <p:spPr bwMode="auto">
          <a:xfrm rot="5400000" flipH="1" flipV="1">
            <a:off x="4160838" y="4545013"/>
            <a:ext cx="1752600" cy="1066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64" name="TextBox 13">
            <a:extLst>
              <a:ext uri="{FF2B5EF4-FFF2-40B4-BE49-F238E27FC236}">
                <a16:creationId xmlns:a16="http://schemas.microsoft.com/office/drawing/2014/main" id="{5C276BAE-EA9C-261C-B41A-D39A257542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263" y="2030413"/>
            <a:ext cx="10239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POLICIES</a:t>
            </a:r>
          </a:p>
        </p:txBody>
      </p:sp>
      <p:sp>
        <p:nvSpPr>
          <p:cNvPr id="19465" name="TextBox 14">
            <a:extLst>
              <a:ext uri="{FF2B5EF4-FFF2-40B4-BE49-F238E27FC236}">
                <a16:creationId xmlns:a16="http://schemas.microsoft.com/office/drawing/2014/main" id="{7928F4F5-E27A-098C-8CEC-8FDFEFD45E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25" y="2030413"/>
            <a:ext cx="14700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PROCEDURES</a:t>
            </a:r>
          </a:p>
        </p:txBody>
      </p:sp>
      <p:sp>
        <p:nvSpPr>
          <p:cNvPr id="19466" name="TextBox 15">
            <a:extLst>
              <a:ext uri="{FF2B5EF4-FFF2-40B4-BE49-F238E27FC236}">
                <a16:creationId xmlns:a16="http://schemas.microsoft.com/office/drawing/2014/main" id="{C93A7A68-8CC3-546B-2EE1-D492EFF71D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5954713"/>
            <a:ext cx="8112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PLANT</a:t>
            </a:r>
          </a:p>
        </p:txBody>
      </p:sp>
      <p:sp>
        <p:nvSpPr>
          <p:cNvPr id="19467" name="TextBox 16">
            <a:extLst>
              <a:ext uri="{FF2B5EF4-FFF2-40B4-BE49-F238E27FC236}">
                <a16:creationId xmlns:a16="http://schemas.microsoft.com/office/drawing/2014/main" id="{4DB91914-9754-FF11-4CDC-57BCFB5B06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8125" y="5954713"/>
            <a:ext cx="9048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PEOPLE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A7FD351-A42F-C9A7-AF4F-F116E466C42E}"/>
              </a:ext>
            </a:extLst>
          </p:cNvPr>
          <p:cNvCxnSpPr/>
          <p:nvPr/>
        </p:nvCxnSpPr>
        <p:spPr bwMode="auto">
          <a:xfrm>
            <a:off x="4351338" y="2906713"/>
            <a:ext cx="1524000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01" name="TextBox 19">
            <a:extLst>
              <a:ext uri="{FF2B5EF4-FFF2-40B4-BE49-F238E27FC236}">
                <a16:creationId xmlns:a16="http://schemas.microsoft.com/office/drawing/2014/main" id="{998231D4-C567-CD97-F49D-C1F0458096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6725" y="2601913"/>
            <a:ext cx="12573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no standards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5AFA8F6-FE61-86B9-6646-A0D2A3A90839}"/>
              </a:ext>
            </a:extLst>
          </p:cNvPr>
          <p:cNvCxnSpPr/>
          <p:nvPr/>
        </p:nvCxnSpPr>
        <p:spPr bwMode="auto">
          <a:xfrm rot="5400000">
            <a:off x="5265738" y="1992313"/>
            <a:ext cx="1143000" cy="685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03" name="TextBox 22">
            <a:extLst>
              <a:ext uri="{FF2B5EF4-FFF2-40B4-BE49-F238E27FC236}">
                <a16:creationId xmlns:a16="http://schemas.microsoft.com/office/drawing/2014/main" id="{56A9E653-E187-8877-9FB4-E8C7DF139840}"/>
              </a:ext>
            </a:extLst>
          </p:cNvPr>
          <p:cNvSpPr txBox="1">
            <a:spLocks noChangeArrowheads="1"/>
          </p:cNvSpPr>
          <p:nvPr/>
        </p:nvSpPr>
        <p:spPr bwMode="auto">
          <a:xfrm rot="-3550051">
            <a:off x="5170488" y="2035175"/>
            <a:ext cx="126206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too technical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E2487DC-3BC2-5195-0278-953EBAD93BBB}"/>
              </a:ext>
            </a:extLst>
          </p:cNvPr>
          <p:cNvCxnSpPr/>
          <p:nvPr/>
        </p:nvCxnSpPr>
        <p:spPr bwMode="auto">
          <a:xfrm rot="10800000">
            <a:off x="1447800" y="3155950"/>
            <a:ext cx="1598613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05" name="TextBox 25">
            <a:extLst>
              <a:ext uri="{FF2B5EF4-FFF2-40B4-BE49-F238E27FC236}">
                <a16:creationId xmlns:a16="http://schemas.microsoft.com/office/drawing/2014/main" id="{08283E85-A8EA-145F-02BE-7548A43B01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888" y="2851150"/>
            <a:ext cx="15351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mixed messages</a:t>
            </a:r>
            <a:br>
              <a:rPr lang="en-US" altLang="en-US" sz="1600"/>
            </a:br>
            <a:r>
              <a:rPr lang="en-US" altLang="en-US" sz="1600"/>
              <a:t>to authors</a:t>
            </a:r>
          </a:p>
        </p:txBody>
      </p:sp>
      <p:sp>
        <p:nvSpPr>
          <p:cNvPr id="12306" name="TextBox 26">
            <a:extLst>
              <a:ext uri="{FF2B5EF4-FFF2-40B4-BE49-F238E27FC236}">
                <a16:creationId xmlns:a16="http://schemas.microsoft.com/office/drawing/2014/main" id="{5E1E31FB-8FAF-0A91-7FED-E032BECD9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3488" y="4887913"/>
            <a:ext cx="1208087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poor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writing skills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C8DCF7B-B423-AED2-524B-A94780F1D5F5}"/>
              </a:ext>
            </a:extLst>
          </p:cNvPr>
          <p:cNvCxnSpPr/>
          <p:nvPr/>
        </p:nvCxnSpPr>
        <p:spPr bwMode="auto">
          <a:xfrm rot="10800000">
            <a:off x="4960938" y="5192713"/>
            <a:ext cx="1524000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5C6AAF2-20DE-DC79-249A-25E10638F6F5}"/>
              </a:ext>
            </a:extLst>
          </p:cNvPr>
          <p:cNvCxnSpPr/>
          <p:nvPr/>
        </p:nvCxnSpPr>
        <p:spPr bwMode="auto">
          <a:xfrm>
            <a:off x="4276725" y="4735513"/>
            <a:ext cx="989013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09" name="TextBox 31">
            <a:extLst>
              <a:ext uri="{FF2B5EF4-FFF2-40B4-BE49-F238E27FC236}">
                <a16:creationId xmlns:a16="http://schemas.microsoft.com/office/drawing/2014/main" id="{BC0F896C-156B-D2A7-63E7-DAC0E97BEC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5925" y="4470400"/>
            <a:ext cx="1058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disinterest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0D87BCD-B200-2D0F-3B03-637B8F8081FD}"/>
              </a:ext>
            </a:extLst>
          </p:cNvPr>
          <p:cNvCxnSpPr/>
          <p:nvPr/>
        </p:nvCxnSpPr>
        <p:spPr bwMode="auto">
          <a:xfrm rot="11436663">
            <a:off x="4919663" y="3009900"/>
            <a:ext cx="1141412" cy="685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11" name="TextBox 35">
            <a:extLst>
              <a:ext uri="{FF2B5EF4-FFF2-40B4-BE49-F238E27FC236}">
                <a16:creationId xmlns:a16="http://schemas.microsoft.com/office/drawing/2014/main" id="{AB86789F-F381-45C3-28B9-5C8BD331A2FF}"/>
              </a:ext>
            </a:extLst>
          </p:cNvPr>
          <p:cNvSpPr txBox="1">
            <a:spLocks noChangeArrowheads="1"/>
          </p:cNvSpPr>
          <p:nvPr/>
        </p:nvSpPr>
        <p:spPr bwMode="auto">
          <a:xfrm rot="2486612">
            <a:off x="4959350" y="3130550"/>
            <a:ext cx="12541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rapid change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29B262A-D1C0-03B1-1EEF-5D94875AC142}"/>
              </a:ext>
            </a:extLst>
          </p:cNvPr>
          <p:cNvCxnSpPr/>
          <p:nvPr/>
        </p:nvCxnSpPr>
        <p:spPr bwMode="auto">
          <a:xfrm rot="10800000">
            <a:off x="1787525" y="3689350"/>
            <a:ext cx="1169988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13" name="TextBox 39">
            <a:extLst>
              <a:ext uri="{FF2B5EF4-FFF2-40B4-BE49-F238E27FC236}">
                <a16:creationId xmlns:a16="http://schemas.microsoft.com/office/drawing/2014/main" id="{7D11808D-0586-326E-7A82-42C8E16B10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3384550"/>
            <a:ext cx="12811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halfhearted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mgmt review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CCDCB65-E2D2-4690-5822-1B0F440CF31D}"/>
              </a:ext>
            </a:extLst>
          </p:cNvPr>
          <p:cNvCxnSpPr/>
          <p:nvPr/>
        </p:nvCxnSpPr>
        <p:spPr bwMode="auto">
          <a:xfrm>
            <a:off x="3463925" y="5649913"/>
            <a:ext cx="1219200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15" name="TextBox 42">
            <a:extLst>
              <a:ext uri="{FF2B5EF4-FFF2-40B4-BE49-F238E27FC236}">
                <a16:creationId xmlns:a16="http://schemas.microsoft.com/office/drawing/2014/main" id="{5B0FFF7C-CEE9-0B94-217D-4EC1E62A39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1700" y="5345113"/>
            <a:ext cx="13319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time pressure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B0DE36F-BACE-1A4F-1E0E-B6876659038A}"/>
              </a:ext>
            </a:extLst>
          </p:cNvPr>
          <p:cNvCxnSpPr/>
          <p:nvPr/>
        </p:nvCxnSpPr>
        <p:spPr bwMode="auto">
          <a:xfrm>
            <a:off x="1381125" y="5192713"/>
            <a:ext cx="1219200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17" name="TextBox 47">
            <a:extLst>
              <a:ext uri="{FF2B5EF4-FFF2-40B4-BE49-F238E27FC236}">
                <a16:creationId xmlns:a16="http://schemas.microsoft.com/office/drawing/2014/main" id="{FF24E509-7DF0-2CE3-23CD-2E2F58A556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6325" y="4913313"/>
            <a:ext cx="14557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complex </a:t>
            </a:r>
          </a:p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authoring tools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6A672C4-0BA1-0E21-BE29-44E77CCC42A3}"/>
              </a:ext>
            </a:extLst>
          </p:cNvPr>
          <p:cNvCxnSpPr/>
          <p:nvPr/>
        </p:nvCxnSpPr>
        <p:spPr bwMode="auto">
          <a:xfrm rot="10800000">
            <a:off x="619125" y="3581400"/>
            <a:ext cx="1066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19" name="TextBox 49">
            <a:extLst>
              <a:ext uri="{FF2B5EF4-FFF2-40B4-BE49-F238E27FC236}">
                <a16:creationId xmlns:a16="http://schemas.microsoft.com/office/drawing/2014/main" id="{04313778-1366-80C3-843D-457EC117C7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276600"/>
            <a:ext cx="13747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low priority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for consumers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C8CBCC3-9DEC-47CC-E821-D832AF3AABB9}"/>
              </a:ext>
            </a:extLst>
          </p:cNvPr>
          <p:cNvCxnSpPr/>
          <p:nvPr/>
        </p:nvCxnSpPr>
        <p:spPr bwMode="auto">
          <a:xfrm>
            <a:off x="4656138" y="5762625"/>
            <a:ext cx="990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21" name="TextBox 52">
            <a:extLst>
              <a:ext uri="{FF2B5EF4-FFF2-40B4-BE49-F238E27FC236}">
                <a16:creationId xmlns:a16="http://schemas.microsoft.com/office/drawing/2014/main" id="{BE939A3D-8CD4-4DCA-3EEC-5852FC31A9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3775" y="5497513"/>
            <a:ext cx="9953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insecurity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61BCF80-46BE-6EBB-419E-422F460A87A4}"/>
              </a:ext>
            </a:extLst>
          </p:cNvPr>
          <p:cNvCxnSpPr/>
          <p:nvPr/>
        </p:nvCxnSpPr>
        <p:spPr bwMode="auto">
          <a:xfrm>
            <a:off x="1747838" y="4559300"/>
            <a:ext cx="1219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23" name="TextBox 54">
            <a:extLst>
              <a:ext uri="{FF2B5EF4-FFF2-40B4-BE49-F238E27FC236}">
                <a16:creationId xmlns:a16="http://schemas.microsoft.com/office/drawing/2014/main" id="{FF6AEBB8-F255-8893-9AE3-C3251A74A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1338" y="4278313"/>
            <a:ext cx="1087437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security</a:t>
            </a:r>
          </a:p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roadblocks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E929BDE-4C36-D4A6-6F7E-74D6204D99DE}"/>
              </a:ext>
            </a:extLst>
          </p:cNvPr>
          <p:cNvCxnSpPr/>
          <p:nvPr/>
        </p:nvCxnSpPr>
        <p:spPr bwMode="auto">
          <a:xfrm rot="10800000">
            <a:off x="3802063" y="3897313"/>
            <a:ext cx="1066800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25" name="TextBox 56">
            <a:extLst>
              <a:ext uri="{FF2B5EF4-FFF2-40B4-BE49-F238E27FC236}">
                <a16:creationId xmlns:a16="http://schemas.microsoft.com/office/drawing/2014/main" id="{EF80A33F-4BA7-B35A-554A-7B54992562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9513" y="3592513"/>
            <a:ext cx="102711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subjective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9C670A7-42E6-DE02-8EB4-4319E0C7DBDB}"/>
              </a:ext>
            </a:extLst>
          </p:cNvPr>
          <p:cNvCxnSpPr/>
          <p:nvPr/>
        </p:nvCxnSpPr>
        <p:spPr bwMode="auto">
          <a:xfrm rot="10800000">
            <a:off x="5308600" y="4659313"/>
            <a:ext cx="1066800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27" name="TextBox 58">
            <a:extLst>
              <a:ext uri="{FF2B5EF4-FFF2-40B4-BE49-F238E27FC236}">
                <a16:creationId xmlns:a16="http://schemas.microsoft.com/office/drawing/2014/main" id="{91C4083E-8870-94EB-BA33-B3C6E2305B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9088" y="4391025"/>
            <a:ext cx="10858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no training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6EF1FC90-0648-04A1-2245-053D2CF432EE}"/>
              </a:ext>
            </a:extLst>
          </p:cNvPr>
          <p:cNvCxnSpPr/>
          <p:nvPr/>
        </p:nvCxnSpPr>
        <p:spPr bwMode="auto">
          <a:xfrm rot="10800000">
            <a:off x="1192213" y="2678113"/>
            <a:ext cx="1600200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29" name="TextBox 60">
            <a:extLst>
              <a:ext uri="{FF2B5EF4-FFF2-40B4-BE49-F238E27FC236}">
                <a16:creationId xmlns:a16="http://schemas.microsoft.com/office/drawing/2014/main" id="{1F7C3D8B-70EF-D3BE-F84B-2227DD7E9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2373313"/>
            <a:ext cx="18938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reactive punishment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1160BD5-EB32-DE30-E733-6D39FC0F01FB}"/>
              </a:ext>
            </a:extLst>
          </p:cNvPr>
          <p:cNvCxnSpPr/>
          <p:nvPr/>
        </p:nvCxnSpPr>
        <p:spPr bwMode="auto">
          <a:xfrm rot="10800000">
            <a:off x="3546475" y="3440113"/>
            <a:ext cx="1066800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31" name="TextBox 64">
            <a:extLst>
              <a:ext uri="{FF2B5EF4-FFF2-40B4-BE49-F238E27FC236}">
                <a16:creationId xmlns:a16="http://schemas.microsoft.com/office/drawing/2014/main" id="{09E99F98-E7B1-7015-FABE-882006C92F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8388" y="3135313"/>
            <a:ext cx="8826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complex</a:t>
            </a:r>
          </a:p>
        </p:txBody>
      </p:sp>
      <p:sp>
        <p:nvSpPr>
          <p:cNvPr id="19500" name="Title 66">
            <a:extLst>
              <a:ext uri="{FF2B5EF4-FFF2-40B4-BE49-F238E27FC236}">
                <a16:creationId xmlns:a16="http://schemas.microsoft.com/office/drawing/2014/main" id="{67F9E001-561D-E12B-01B8-E10BE1128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Why is Flow Time So Long?</a:t>
            </a:r>
            <a:endParaRPr lang="en-US" altLang="en-US" sz="3200"/>
          </a:p>
        </p:txBody>
      </p:sp>
      <p:grpSp>
        <p:nvGrpSpPr>
          <p:cNvPr id="2" name="Group 62">
            <a:extLst>
              <a:ext uri="{FF2B5EF4-FFF2-40B4-BE49-F238E27FC236}">
                <a16:creationId xmlns:a16="http://schemas.microsoft.com/office/drawing/2014/main" id="{9825233E-E00D-9872-A595-C853891FB536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4114800"/>
            <a:ext cx="3843338" cy="2057400"/>
            <a:chOff x="3962400" y="3962400"/>
            <a:chExt cx="3843581" cy="2057400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F87D5FC7-8894-71B7-9885-8D2E2D47AA25}"/>
                </a:ext>
              </a:extLst>
            </p:cNvPr>
            <p:cNvSpPr/>
            <p:nvPr/>
          </p:nvSpPr>
          <p:spPr>
            <a:xfrm>
              <a:off x="3962400" y="3962400"/>
              <a:ext cx="2362349" cy="2057400"/>
            </a:xfrm>
            <a:prstGeom prst="ellipse">
              <a:avLst/>
            </a:prstGeom>
            <a:solidFill>
              <a:srgbClr val="C00000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9515" name="TextBox 47">
              <a:extLst>
                <a:ext uri="{FF2B5EF4-FFF2-40B4-BE49-F238E27FC236}">
                  <a16:creationId xmlns:a16="http://schemas.microsoft.com/office/drawing/2014/main" id="{763AA6AF-567F-3C04-D771-60380D0D83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2200" y="5334000"/>
              <a:ext cx="1633781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rgbClr val="C00000"/>
                  </a:solidFill>
                  <a:latin typeface="Arial" panose="020B0604020202020204" pitchFamily="34" charset="0"/>
                </a:rPr>
                <a:t>Generation &amp;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rgbClr val="C00000"/>
                  </a:solidFill>
                  <a:latin typeface="Arial" panose="020B0604020202020204" pitchFamily="34" charset="0"/>
                </a:rPr>
                <a:t>Production</a:t>
              </a:r>
            </a:p>
          </p:txBody>
        </p:sp>
      </p:grpSp>
      <p:grpSp>
        <p:nvGrpSpPr>
          <p:cNvPr id="4" name="Group 61">
            <a:extLst>
              <a:ext uri="{FF2B5EF4-FFF2-40B4-BE49-F238E27FC236}">
                <a16:creationId xmlns:a16="http://schemas.microsoft.com/office/drawing/2014/main" id="{A2380133-5E23-B553-164A-B3CCE4799A5D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2057400"/>
            <a:ext cx="4529138" cy="1828800"/>
            <a:chOff x="3429000" y="1905000"/>
            <a:chExt cx="4529381" cy="1828800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0021BC6B-6A2A-3BF3-D96F-46943C0B16E8}"/>
                </a:ext>
              </a:extLst>
            </p:cNvPr>
            <p:cNvSpPr/>
            <p:nvPr/>
          </p:nvSpPr>
          <p:spPr>
            <a:xfrm>
              <a:off x="3429000" y="1981200"/>
              <a:ext cx="3124368" cy="1752600"/>
            </a:xfrm>
            <a:prstGeom prst="ellipse">
              <a:avLst/>
            </a:prstGeom>
            <a:solidFill>
              <a:srgbClr val="00B050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9513" name="TextBox 50">
              <a:extLst>
                <a:ext uri="{FF2B5EF4-FFF2-40B4-BE49-F238E27FC236}">
                  <a16:creationId xmlns:a16="http://schemas.microsoft.com/office/drawing/2014/main" id="{1E9EE963-A669-38E4-AE2D-FB03D023B4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4600" y="1905000"/>
              <a:ext cx="1633781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rgbClr val="00B050"/>
                  </a:solidFill>
                  <a:latin typeface="Arial" panose="020B0604020202020204" pitchFamily="34" charset="0"/>
                </a:rPr>
                <a:t>Production &amp;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rgbClr val="00B050"/>
                  </a:solidFill>
                  <a:latin typeface="Arial" panose="020B0604020202020204" pitchFamily="34" charset="0"/>
                </a:rPr>
                <a:t>Distribution</a:t>
              </a:r>
            </a:p>
          </p:txBody>
        </p:sp>
      </p:grpSp>
      <p:grpSp>
        <p:nvGrpSpPr>
          <p:cNvPr id="6" name="Group 60">
            <a:extLst>
              <a:ext uri="{FF2B5EF4-FFF2-40B4-BE49-F238E27FC236}">
                <a16:creationId xmlns:a16="http://schemas.microsoft.com/office/drawing/2014/main" id="{85575261-F44B-61D3-1751-4B1BBC77770B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1600200"/>
            <a:ext cx="3124200" cy="2514600"/>
            <a:chOff x="228600" y="1447800"/>
            <a:chExt cx="3124200" cy="2514600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4971DB6-4D08-AA5D-CF7F-2BC0680A0829}"/>
                </a:ext>
              </a:extLst>
            </p:cNvPr>
            <p:cNvSpPr/>
            <p:nvPr/>
          </p:nvSpPr>
          <p:spPr>
            <a:xfrm>
              <a:off x="228600" y="2209800"/>
              <a:ext cx="3124200" cy="1752600"/>
            </a:xfrm>
            <a:prstGeom prst="ellipse">
              <a:avLst/>
            </a:prstGeom>
            <a:solidFill>
              <a:srgbClr val="002060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9511" name="TextBox 54">
              <a:extLst>
                <a:ext uri="{FF2B5EF4-FFF2-40B4-BE49-F238E27FC236}">
                  <a16:creationId xmlns:a16="http://schemas.microsoft.com/office/drawing/2014/main" id="{09424881-96FD-6525-31D2-5767976AFE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000" y="1447800"/>
              <a:ext cx="1672253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rgbClr val="002060"/>
                  </a:solidFill>
                  <a:latin typeface="Arial" panose="020B0604020202020204" pitchFamily="34" charset="0"/>
                </a:rPr>
                <a:t>Production &amp;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rgbClr val="002060"/>
                  </a:solidFill>
                  <a:latin typeface="Arial" panose="020B0604020202020204" pitchFamily="34" charset="0"/>
                </a:rPr>
                <a:t>Consumption</a:t>
              </a:r>
            </a:p>
          </p:txBody>
        </p:sp>
      </p:grpSp>
      <p:grpSp>
        <p:nvGrpSpPr>
          <p:cNvPr id="8" name="Group 64">
            <a:extLst>
              <a:ext uri="{FF2B5EF4-FFF2-40B4-BE49-F238E27FC236}">
                <a16:creationId xmlns:a16="http://schemas.microsoft.com/office/drawing/2014/main" id="{FFD0891C-4AFC-8B34-EC28-76147C2BD027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4267200"/>
            <a:ext cx="2895600" cy="1970088"/>
            <a:chOff x="381000" y="4114800"/>
            <a:chExt cx="2895600" cy="1969532"/>
          </a:xfrm>
        </p:grpSpPr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21490FE0-0127-0B82-3EDD-F5EB3BB4AF72}"/>
                </a:ext>
              </a:extLst>
            </p:cNvPr>
            <p:cNvSpPr/>
            <p:nvPr/>
          </p:nvSpPr>
          <p:spPr>
            <a:xfrm>
              <a:off x="1066800" y="4114800"/>
              <a:ext cx="2209800" cy="1752105"/>
            </a:xfrm>
            <a:prstGeom prst="ellipse">
              <a:avLst/>
            </a:prstGeom>
            <a:solidFill>
              <a:srgbClr val="FFC000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FA52069-052C-7AAE-4A47-A19B91F29C82}"/>
                </a:ext>
              </a:extLst>
            </p:cNvPr>
            <p:cNvSpPr txBox="1"/>
            <p:nvPr/>
          </p:nvSpPr>
          <p:spPr>
            <a:xfrm>
              <a:off x="381000" y="5714548"/>
              <a:ext cx="1403350" cy="36978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b="1" dirty="0">
                  <a:solidFill>
                    <a:schemeClr val="accent6">
                      <a:lumMod val="50000"/>
                    </a:schemeClr>
                  </a:solidFill>
                  <a:latin typeface="Arial" charset="0"/>
                  <a:cs typeface="Arial" charset="0"/>
                </a:rPr>
                <a:t>Production</a:t>
              </a:r>
            </a:p>
          </p:txBody>
        </p:sp>
      </p:grpSp>
      <p:sp>
        <p:nvSpPr>
          <p:cNvPr id="19505" name="Date Placeholder 9">
            <a:extLst>
              <a:ext uri="{FF2B5EF4-FFF2-40B4-BE49-F238E27FC236}">
                <a16:creationId xmlns:a16="http://schemas.microsoft.com/office/drawing/2014/main" id="{BE7F9711-1422-81C6-DD0B-4EB82A47E06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B920476-BBBE-4B21-89AA-BE14F862419F}" type="datetime1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4/20/2026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9506" name="Footer Placeholder 11">
            <a:extLst>
              <a:ext uri="{FF2B5EF4-FFF2-40B4-BE49-F238E27FC236}">
                <a16:creationId xmlns:a16="http://schemas.microsoft.com/office/drawing/2014/main" id="{835DBAFF-FB3D-4000-C57E-37F292A33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©2000-2014 Vic Uzumeri</a:t>
            </a:r>
          </a:p>
        </p:txBody>
      </p:sp>
      <p:sp>
        <p:nvSpPr>
          <p:cNvPr id="19507" name="Slide Number Placeholder 13">
            <a:extLst>
              <a:ext uri="{FF2B5EF4-FFF2-40B4-BE49-F238E27FC236}">
                <a16:creationId xmlns:a16="http://schemas.microsoft.com/office/drawing/2014/main" id="{907AE4FC-F310-28C3-6F68-543895E25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393236F-0AB1-4E26-B250-433A541644BE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01" grpId="0"/>
      <p:bldP spid="12303" grpId="0"/>
      <p:bldP spid="12305" grpId="0"/>
      <p:bldP spid="12306" grpId="0"/>
      <p:bldP spid="12309" grpId="0"/>
      <p:bldP spid="12311" grpId="0"/>
      <p:bldP spid="12313" grpId="0"/>
      <p:bldP spid="12315" grpId="0"/>
      <p:bldP spid="12317" grpId="0"/>
      <p:bldP spid="12319" grpId="0"/>
      <p:bldP spid="12321" grpId="0"/>
      <p:bldP spid="12323" grpId="0"/>
      <p:bldP spid="12325" grpId="0"/>
      <p:bldP spid="12327" grpId="0"/>
      <p:bldP spid="12329" grpId="0"/>
      <p:bldP spid="123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6ADDFBAB-A011-E5F7-9DB1-F6F7CB381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Traditional Instructional Design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7413B52A-A115-1186-7BFE-8CFFAD6E90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05000"/>
            <a:ext cx="4038600" cy="42211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600"/>
              <a:t>Talented craftsmanship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600"/>
              <a:t>Careful planning &amp; scheduling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/>
              <a:t>storyboard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/>
              <a:t>‘waterfall’ methodology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/>
              <a:t>project management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600"/>
              <a:t>Interpersonal skills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600"/>
              <a:t>Iterative editing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600"/>
              <a:t>Highly integrated output</a:t>
            </a:r>
          </a:p>
          <a:p>
            <a:pPr eaLnBrk="1" hangingPunct="1">
              <a:lnSpc>
                <a:spcPct val="80000"/>
              </a:lnSpc>
            </a:pPr>
            <a:endParaRPr lang="en-US" altLang="en-US" sz="2600" b="1"/>
          </a:p>
        </p:txBody>
      </p:sp>
      <p:sp>
        <p:nvSpPr>
          <p:cNvPr id="20484" name="Date Placeholder 40">
            <a:extLst>
              <a:ext uri="{FF2B5EF4-FFF2-40B4-BE49-F238E27FC236}">
                <a16:creationId xmlns:a16="http://schemas.microsoft.com/office/drawing/2014/main" id="{0B2C72B4-962D-23ED-A278-A56F59623D1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9BE51C0-0351-4C00-AA8A-83F53E97F3DD}" type="datetime1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4/20/2026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0485" name="Slide Number Placeholder 41">
            <a:extLst>
              <a:ext uri="{FF2B5EF4-FFF2-40B4-BE49-F238E27FC236}">
                <a16:creationId xmlns:a16="http://schemas.microsoft.com/office/drawing/2014/main" id="{B0D2C266-5D11-2E00-BBED-2389B92F5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246D2E0-CAE5-437B-A3B8-A15B637ABF9C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43" name="Footer Placeholder 42">
            <a:extLst>
              <a:ext uri="{FF2B5EF4-FFF2-40B4-BE49-F238E27FC236}">
                <a16:creationId xmlns:a16="http://schemas.microsoft.com/office/drawing/2014/main" id="{00C814E7-6168-93FE-1FAE-AE31E1DD8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©2000-2014 Vic Uzumeri</a:t>
            </a:r>
            <a:endParaRPr lang="en-US" dirty="0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  <p:grpSp>
        <p:nvGrpSpPr>
          <p:cNvPr id="20487" name="Group 45">
            <a:extLst>
              <a:ext uri="{FF2B5EF4-FFF2-40B4-BE49-F238E27FC236}">
                <a16:creationId xmlns:a16="http://schemas.microsoft.com/office/drawing/2014/main" id="{B6C4D9C8-E79E-F5EA-6216-9CA8D07EE839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1905000"/>
            <a:ext cx="2967038" cy="3505200"/>
            <a:chOff x="5186363" y="2057400"/>
            <a:chExt cx="2967037" cy="3505200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2EF96C8F-48EE-7F9A-3016-1DD42DDA58B5}"/>
                </a:ext>
              </a:extLst>
            </p:cNvPr>
            <p:cNvSpPr/>
            <p:nvPr/>
          </p:nvSpPr>
          <p:spPr>
            <a:xfrm>
              <a:off x="5186363" y="3657600"/>
              <a:ext cx="2895599" cy="19050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b" anchorCtr="1"/>
            <a:lstStyle/>
            <a:p>
              <a:pPr algn="ctr" eaLnBrk="1" hangingPunct="1">
                <a:defRPr/>
              </a:pPr>
              <a:r>
                <a:rPr lang="en-US" dirty="0"/>
                <a:t>Powerful Computer Workstation</a:t>
              </a:r>
            </a:p>
          </p:txBody>
        </p:sp>
        <p:sp>
          <p:nvSpPr>
            <p:cNvPr id="20489" name="AutoShape 3">
              <a:extLst>
                <a:ext uri="{FF2B5EF4-FFF2-40B4-BE49-F238E27FC236}">
                  <a16:creationId xmlns:a16="http://schemas.microsoft.com/office/drawing/2014/main" id="{B4E934BB-13FF-B84A-2330-8182307DB97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360319" y="3058319"/>
              <a:ext cx="481013" cy="307975"/>
            </a:xfrm>
            <a:prstGeom prst="leftRightArrow">
              <a:avLst>
                <a:gd name="adj1" fmla="val 50000"/>
                <a:gd name="adj2" fmla="val 36776"/>
              </a:avLst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490" name="TextBox 49">
              <a:extLst>
                <a:ext uri="{FF2B5EF4-FFF2-40B4-BE49-F238E27FC236}">
                  <a16:creationId xmlns:a16="http://schemas.microsoft.com/office/drawing/2014/main" id="{2F9F89CB-0B9F-E99B-88D3-2CF2E421CF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46875" y="2362200"/>
              <a:ext cx="1406525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</a:rPr>
                <a:t>expert</a:t>
              </a:r>
            </a:p>
          </p:txBody>
        </p:sp>
        <p:sp>
          <p:nvSpPr>
            <p:cNvPr id="20491" name="TextBox 50">
              <a:extLst>
                <a:ext uri="{FF2B5EF4-FFF2-40B4-BE49-F238E27FC236}">
                  <a16:creationId xmlns:a16="http://schemas.microsoft.com/office/drawing/2014/main" id="{196C12CC-A0BC-1C00-4E2D-35886DF0F9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46875" y="3733800"/>
              <a:ext cx="573088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chemeClr val="bg1"/>
                  </a:solidFill>
                  <a:latin typeface="Arial" panose="020B0604020202020204" pitchFamily="34" charset="0"/>
                </a:rPr>
                <a:t>artist</a:t>
              </a:r>
            </a:p>
          </p:txBody>
        </p:sp>
        <p:pic>
          <p:nvPicPr>
            <p:cNvPr id="20492" name="Picture 2" descr="\\Sydney\data\zipfiles_registered\icons_and_ClipArt\ProfessionalIcons\ix_ObjectsAndPeople_all\32x32\plain\pawn_glass_red.png">
              <a:extLst>
                <a:ext uri="{FF2B5EF4-FFF2-40B4-BE49-F238E27FC236}">
                  <a16:creationId xmlns:a16="http://schemas.microsoft.com/office/drawing/2014/main" id="{80523F0E-1591-9F88-214D-7C12B7CB23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81725" y="3581400"/>
              <a:ext cx="838200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493" name="Picture 5" descr="\\Sydney\data\zipfiles_registered\icons_and_ClipArt\ProfessionalIcons\ix_ObjectsAndPeople_all\32x32\plain\pawn_glass_blue.png">
              <a:extLst>
                <a:ext uri="{FF2B5EF4-FFF2-40B4-BE49-F238E27FC236}">
                  <a16:creationId xmlns:a16="http://schemas.microsoft.com/office/drawing/2014/main" id="{E298B725-67C6-6429-CDF6-6FF18E696C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76963" y="2057400"/>
              <a:ext cx="847725" cy="847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0494" name="Group 64">
              <a:extLst>
                <a:ext uri="{FF2B5EF4-FFF2-40B4-BE49-F238E27FC236}">
                  <a16:creationId xmlns:a16="http://schemas.microsoft.com/office/drawing/2014/main" id="{F7DFB26C-A434-3FDA-84BD-B32464D988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38763" y="3886200"/>
              <a:ext cx="2590800" cy="1025525"/>
              <a:chOff x="2743200" y="5181600"/>
              <a:chExt cx="2590800" cy="1025525"/>
            </a:xfrm>
          </p:grpSpPr>
          <p:sp>
            <p:nvSpPr>
              <p:cNvPr id="20495" name="Rectangle 4">
                <a:extLst>
                  <a:ext uri="{FF2B5EF4-FFF2-40B4-BE49-F238E27FC236}">
                    <a16:creationId xmlns:a16="http://schemas.microsoft.com/office/drawing/2014/main" id="{77CC1537-F255-B849-CA74-6DBC32F01F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43200" y="5181600"/>
                <a:ext cx="563563" cy="263525"/>
              </a:xfrm>
              <a:prstGeom prst="rect">
                <a:avLst/>
              </a:prstGeom>
              <a:solidFill>
                <a:schemeClr val="bg1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67801" tIns="33513" rIns="67801" bIns="33513" anchor="ctr" anchorCtr="1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spcAft>
                    <a:spcPts val="1000"/>
                  </a:spcAft>
                  <a:buFontTx/>
                  <a:buNone/>
                </a:pPr>
                <a:r>
                  <a:rPr lang="en-US" altLang="en-US" sz="1200">
                    <a:latin typeface="Arial" panose="020B0604020202020204" pitchFamily="34" charset="0"/>
                  </a:rPr>
                  <a:t>tool</a:t>
                </a:r>
              </a:p>
            </p:txBody>
          </p:sp>
          <p:sp>
            <p:nvSpPr>
              <p:cNvPr id="20496" name="Rectangle 4">
                <a:extLst>
                  <a:ext uri="{FF2B5EF4-FFF2-40B4-BE49-F238E27FC236}">
                    <a16:creationId xmlns:a16="http://schemas.microsoft.com/office/drawing/2014/main" id="{1CC508A1-7273-36AB-3D51-91E9D8F5A7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95600" y="5334000"/>
                <a:ext cx="563563" cy="263525"/>
              </a:xfrm>
              <a:prstGeom prst="rect">
                <a:avLst/>
              </a:prstGeom>
              <a:solidFill>
                <a:schemeClr val="bg1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67801" tIns="33513" rIns="67801" bIns="33513" anchor="ctr" anchorCtr="1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spcAft>
                    <a:spcPts val="1000"/>
                  </a:spcAft>
                  <a:buFontTx/>
                  <a:buNone/>
                </a:pPr>
                <a:r>
                  <a:rPr lang="en-US" altLang="en-US" sz="1200">
                    <a:latin typeface="Arial" panose="020B0604020202020204" pitchFamily="34" charset="0"/>
                  </a:rPr>
                  <a:t>tool</a:t>
                </a:r>
              </a:p>
            </p:txBody>
          </p:sp>
          <p:sp>
            <p:nvSpPr>
              <p:cNvPr id="20497" name="Rectangle 4">
                <a:extLst>
                  <a:ext uri="{FF2B5EF4-FFF2-40B4-BE49-F238E27FC236}">
                    <a16:creationId xmlns:a16="http://schemas.microsoft.com/office/drawing/2014/main" id="{0655A26C-E5DD-5D5C-B452-6D3803A18D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8000" y="5486400"/>
                <a:ext cx="563563" cy="263525"/>
              </a:xfrm>
              <a:prstGeom prst="rect">
                <a:avLst/>
              </a:prstGeom>
              <a:solidFill>
                <a:schemeClr val="bg1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67801" tIns="33513" rIns="67801" bIns="33513" anchor="ctr" anchorCtr="1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spcAft>
                    <a:spcPts val="1000"/>
                  </a:spcAft>
                  <a:buFontTx/>
                  <a:buNone/>
                </a:pPr>
                <a:r>
                  <a:rPr lang="en-US" altLang="en-US" sz="1200">
                    <a:latin typeface="Arial" panose="020B0604020202020204" pitchFamily="34" charset="0"/>
                  </a:rPr>
                  <a:t>tool</a:t>
                </a:r>
              </a:p>
            </p:txBody>
          </p:sp>
          <p:sp>
            <p:nvSpPr>
              <p:cNvPr id="20498" name="Rectangle 4">
                <a:extLst>
                  <a:ext uri="{FF2B5EF4-FFF2-40B4-BE49-F238E27FC236}">
                    <a16:creationId xmlns:a16="http://schemas.microsoft.com/office/drawing/2014/main" id="{EB38AAC3-F3EA-CC71-FFE6-99F09EE959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00400" y="5638800"/>
                <a:ext cx="563563" cy="263525"/>
              </a:xfrm>
              <a:prstGeom prst="rect">
                <a:avLst/>
              </a:prstGeom>
              <a:solidFill>
                <a:schemeClr val="bg1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67801" tIns="33513" rIns="67801" bIns="33513" anchor="ctr" anchorCtr="1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spcAft>
                    <a:spcPts val="1000"/>
                  </a:spcAft>
                  <a:buFontTx/>
                  <a:buNone/>
                </a:pPr>
                <a:r>
                  <a:rPr lang="en-US" altLang="en-US" sz="1200">
                    <a:latin typeface="Arial" panose="020B0604020202020204" pitchFamily="34" charset="0"/>
                  </a:rPr>
                  <a:t>tool</a:t>
                </a:r>
              </a:p>
            </p:txBody>
          </p:sp>
          <p:sp>
            <p:nvSpPr>
              <p:cNvPr id="20499" name="Rectangle 4">
                <a:extLst>
                  <a:ext uri="{FF2B5EF4-FFF2-40B4-BE49-F238E27FC236}">
                    <a16:creationId xmlns:a16="http://schemas.microsoft.com/office/drawing/2014/main" id="{0E2DE975-4868-5872-D735-E9ECDD71F2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52800" y="5791200"/>
                <a:ext cx="563563" cy="263525"/>
              </a:xfrm>
              <a:prstGeom prst="rect">
                <a:avLst/>
              </a:prstGeom>
              <a:solidFill>
                <a:schemeClr val="bg1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67801" tIns="33513" rIns="67801" bIns="33513" anchor="ctr" anchorCtr="1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spcAft>
                    <a:spcPts val="1000"/>
                  </a:spcAft>
                  <a:buFontTx/>
                  <a:buNone/>
                </a:pPr>
                <a:r>
                  <a:rPr lang="en-US" altLang="en-US" sz="1200">
                    <a:latin typeface="Arial" panose="020B0604020202020204" pitchFamily="34" charset="0"/>
                  </a:rPr>
                  <a:t>tool</a:t>
                </a:r>
              </a:p>
            </p:txBody>
          </p:sp>
          <p:sp>
            <p:nvSpPr>
              <p:cNvPr id="20500" name="Rectangle 4">
                <a:extLst>
                  <a:ext uri="{FF2B5EF4-FFF2-40B4-BE49-F238E27FC236}">
                    <a16:creationId xmlns:a16="http://schemas.microsoft.com/office/drawing/2014/main" id="{27E00F35-31C5-9A71-E417-BEED11006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5200" y="5943600"/>
                <a:ext cx="563563" cy="263525"/>
              </a:xfrm>
              <a:prstGeom prst="rect">
                <a:avLst/>
              </a:prstGeom>
              <a:solidFill>
                <a:schemeClr val="bg1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67801" tIns="33513" rIns="67801" bIns="33513" anchor="ctr" anchorCtr="1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spcAft>
                    <a:spcPts val="1000"/>
                  </a:spcAft>
                  <a:buFontTx/>
                  <a:buNone/>
                </a:pPr>
                <a:r>
                  <a:rPr lang="en-US" altLang="en-US" sz="1200">
                    <a:latin typeface="Arial" panose="020B0604020202020204" pitchFamily="34" charset="0"/>
                  </a:rPr>
                  <a:t>tool</a:t>
                </a:r>
              </a:p>
            </p:txBody>
          </p:sp>
          <p:grpSp>
            <p:nvGrpSpPr>
              <p:cNvPr id="20501" name="Group 63">
                <a:extLst>
                  <a:ext uri="{FF2B5EF4-FFF2-40B4-BE49-F238E27FC236}">
                    <a16:creationId xmlns:a16="http://schemas.microsoft.com/office/drawing/2014/main" id="{DB0D99CD-60AA-8516-5201-00A87E26EE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4008437" y="5181600"/>
                <a:ext cx="1325563" cy="1025525"/>
                <a:chOff x="3779837" y="5222875"/>
                <a:chExt cx="1325563" cy="1025525"/>
              </a:xfrm>
            </p:grpSpPr>
            <p:sp>
              <p:nvSpPr>
                <p:cNvPr id="20502" name="Rectangle 4">
                  <a:extLst>
                    <a:ext uri="{FF2B5EF4-FFF2-40B4-BE49-F238E27FC236}">
                      <a16:creationId xmlns:a16="http://schemas.microsoft.com/office/drawing/2014/main" id="{6DD1B559-ED27-E781-7EC9-14A80497E7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79837" y="5222875"/>
                  <a:ext cx="563563" cy="263525"/>
                </a:xfrm>
                <a:prstGeom prst="rect">
                  <a:avLst/>
                </a:prstGeom>
                <a:solidFill>
                  <a:schemeClr val="bg1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67801" tIns="33513" rIns="67801" bIns="33513" anchor="ctr" anchorCtr="1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spcAft>
                      <a:spcPts val="1000"/>
                    </a:spcAft>
                    <a:buFontTx/>
                    <a:buNone/>
                  </a:pPr>
                  <a:r>
                    <a:rPr lang="en-US" altLang="en-US" sz="1200">
                      <a:latin typeface="Arial" panose="020B0604020202020204" pitchFamily="34" charset="0"/>
                    </a:rPr>
                    <a:t>tool</a:t>
                  </a:r>
                </a:p>
              </p:txBody>
            </p:sp>
            <p:sp>
              <p:nvSpPr>
                <p:cNvPr id="20503" name="Rectangle 4">
                  <a:extLst>
                    <a:ext uri="{FF2B5EF4-FFF2-40B4-BE49-F238E27FC236}">
                      <a16:creationId xmlns:a16="http://schemas.microsoft.com/office/drawing/2014/main" id="{F612AFB4-8035-4732-EA73-27787199DD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32237" y="5375275"/>
                  <a:ext cx="563563" cy="263525"/>
                </a:xfrm>
                <a:prstGeom prst="rect">
                  <a:avLst/>
                </a:prstGeom>
                <a:solidFill>
                  <a:schemeClr val="bg1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67801" tIns="33513" rIns="67801" bIns="33513" anchor="ctr" anchorCtr="1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spcAft>
                      <a:spcPts val="1000"/>
                    </a:spcAft>
                    <a:buFontTx/>
                    <a:buNone/>
                  </a:pPr>
                  <a:r>
                    <a:rPr lang="en-US" altLang="en-US" sz="1200">
                      <a:latin typeface="Arial" panose="020B0604020202020204" pitchFamily="34" charset="0"/>
                    </a:rPr>
                    <a:t>tool</a:t>
                  </a:r>
                </a:p>
              </p:txBody>
            </p:sp>
            <p:sp>
              <p:nvSpPr>
                <p:cNvPr id="20504" name="Rectangle 4">
                  <a:extLst>
                    <a:ext uri="{FF2B5EF4-FFF2-40B4-BE49-F238E27FC236}">
                      <a16:creationId xmlns:a16="http://schemas.microsoft.com/office/drawing/2014/main" id="{D311B6A9-2C2A-818B-3D49-D4DEED0A3E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84637" y="5527675"/>
                  <a:ext cx="563563" cy="263525"/>
                </a:xfrm>
                <a:prstGeom prst="rect">
                  <a:avLst/>
                </a:prstGeom>
                <a:solidFill>
                  <a:schemeClr val="bg1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67801" tIns="33513" rIns="67801" bIns="33513" anchor="ctr" anchorCtr="1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spcAft>
                      <a:spcPts val="1000"/>
                    </a:spcAft>
                    <a:buFontTx/>
                    <a:buNone/>
                  </a:pPr>
                  <a:r>
                    <a:rPr lang="en-US" altLang="en-US" sz="1200">
                      <a:latin typeface="Arial" panose="020B0604020202020204" pitchFamily="34" charset="0"/>
                    </a:rPr>
                    <a:t>tool</a:t>
                  </a:r>
                </a:p>
              </p:txBody>
            </p:sp>
            <p:sp>
              <p:nvSpPr>
                <p:cNvPr id="20505" name="Rectangle 4">
                  <a:extLst>
                    <a:ext uri="{FF2B5EF4-FFF2-40B4-BE49-F238E27FC236}">
                      <a16:creationId xmlns:a16="http://schemas.microsoft.com/office/drawing/2014/main" id="{030B62B8-A7C3-39EA-2558-A75937E055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7037" y="5680075"/>
                  <a:ext cx="563563" cy="263525"/>
                </a:xfrm>
                <a:prstGeom prst="rect">
                  <a:avLst/>
                </a:prstGeom>
                <a:solidFill>
                  <a:schemeClr val="bg1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67801" tIns="33513" rIns="67801" bIns="33513" anchor="ctr" anchorCtr="1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spcAft>
                      <a:spcPts val="1000"/>
                    </a:spcAft>
                    <a:buFontTx/>
                    <a:buNone/>
                  </a:pPr>
                  <a:r>
                    <a:rPr lang="en-US" altLang="en-US" sz="1200">
                      <a:latin typeface="Arial" panose="020B0604020202020204" pitchFamily="34" charset="0"/>
                    </a:rPr>
                    <a:t>tool</a:t>
                  </a:r>
                </a:p>
              </p:txBody>
            </p:sp>
            <p:sp>
              <p:nvSpPr>
                <p:cNvPr id="20506" name="Rectangle 4">
                  <a:extLst>
                    <a:ext uri="{FF2B5EF4-FFF2-40B4-BE49-F238E27FC236}">
                      <a16:creationId xmlns:a16="http://schemas.microsoft.com/office/drawing/2014/main" id="{C1FECB16-13B8-6462-BDFC-F49856CE68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89437" y="5832475"/>
                  <a:ext cx="563563" cy="263525"/>
                </a:xfrm>
                <a:prstGeom prst="rect">
                  <a:avLst/>
                </a:prstGeom>
                <a:solidFill>
                  <a:schemeClr val="bg1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67801" tIns="33513" rIns="67801" bIns="33513" anchor="ctr" anchorCtr="1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spcAft>
                      <a:spcPts val="1000"/>
                    </a:spcAft>
                    <a:buFontTx/>
                    <a:buNone/>
                  </a:pPr>
                  <a:r>
                    <a:rPr lang="en-US" altLang="en-US" sz="1200">
                      <a:latin typeface="Arial" panose="020B0604020202020204" pitchFamily="34" charset="0"/>
                    </a:rPr>
                    <a:t>tool</a:t>
                  </a:r>
                </a:p>
              </p:txBody>
            </p:sp>
            <p:sp>
              <p:nvSpPr>
                <p:cNvPr id="20507" name="Rectangle 4">
                  <a:extLst>
                    <a:ext uri="{FF2B5EF4-FFF2-40B4-BE49-F238E27FC236}">
                      <a16:creationId xmlns:a16="http://schemas.microsoft.com/office/drawing/2014/main" id="{ACF51584-C6A3-E9EF-347E-D18D1BD9F8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41837" y="5984875"/>
                  <a:ext cx="563563" cy="263525"/>
                </a:xfrm>
                <a:prstGeom prst="rect">
                  <a:avLst/>
                </a:prstGeom>
                <a:solidFill>
                  <a:schemeClr val="bg1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67801" tIns="33513" rIns="67801" bIns="33513" anchor="ctr" anchorCtr="1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spcAft>
                      <a:spcPts val="1000"/>
                    </a:spcAft>
                    <a:buFontTx/>
                    <a:buNone/>
                  </a:pPr>
                  <a:r>
                    <a:rPr lang="en-US" altLang="en-US" sz="1200">
                      <a:latin typeface="Arial" panose="020B0604020202020204" pitchFamily="34" charset="0"/>
                    </a:rPr>
                    <a:t>tool</a:t>
                  </a:r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B1C6B904-F80B-3BDA-EC2B-377E80892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b="1"/>
              <a:t>‘Rapid’ eLearning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F7EE0028-2DF8-7E95-DB8D-B959975753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419600" cy="4525963"/>
          </a:xfrm>
        </p:spPr>
        <p:txBody>
          <a:bodyPr/>
          <a:lstStyle/>
          <a:p>
            <a:pPr eaLnBrk="1" hangingPunct="1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altLang="en-US" sz="2600" b="1"/>
              <a:t>Authoring Tools</a:t>
            </a:r>
          </a:p>
          <a:p>
            <a:pPr eaLnBrk="1" hangingPunct="1">
              <a:lnSpc>
                <a:spcPct val="70000"/>
              </a:lnSpc>
            </a:pPr>
            <a:r>
              <a:rPr lang="en-US" altLang="en-US" sz="2600"/>
              <a:t>Entice experts to drive ‘easy-to-use’ software tools</a:t>
            </a:r>
          </a:p>
          <a:p>
            <a:pPr eaLnBrk="1" hangingPunct="1">
              <a:lnSpc>
                <a:spcPct val="70000"/>
              </a:lnSpc>
            </a:pPr>
            <a:r>
              <a:rPr lang="en-US" altLang="en-US" sz="2600"/>
              <a:t>Software facilitators give support</a:t>
            </a:r>
          </a:p>
          <a:p>
            <a:pPr eaLnBrk="1" hangingPunct="1">
              <a:lnSpc>
                <a:spcPct val="70000"/>
              </a:lnSpc>
            </a:pPr>
            <a:r>
              <a:rPr lang="en-US" altLang="en-US" sz="2600"/>
              <a:t>Extensive use of templates</a:t>
            </a:r>
          </a:p>
          <a:p>
            <a:pPr eaLnBrk="1" hangingPunct="1">
              <a:lnSpc>
                <a:spcPct val="70000"/>
              </a:lnSpc>
            </a:pPr>
            <a:r>
              <a:rPr lang="en-US" altLang="en-US" sz="2600"/>
              <a:t>Modular content design</a:t>
            </a:r>
          </a:p>
          <a:p>
            <a:pPr eaLnBrk="1" hangingPunct="1">
              <a:lnSpc>
                <a:spcPct val="70000"/>
              </a:lnSpc>
            </a:pPr>
            <a:r>
              <a:rPr lang="en-US" altLang="en-US" sz="2600"/>
              <a:t>Rapid, iterative editing</a:t>
            </a:r>
          </a:p>
          <a:p>
            <a:pPr eaLnBrk="1" hangingPunct="1">
              <a:lnSpc>
                <a:spcPct val="70000"/>
              </a:lnSpc>
            </a:pPr>
            <a:r>
              <a:rPr lang="en-US" altLang="en-US" sz="2600"/>
              <a:t>Integrated output</a:t>
            </a:r>
          </a:p>
          <a:p>
            <a:pPr eaLnBrk="1" hangingPunct="1">
              <a:lnSpc>
                <a:spcPct val="70000"/>
              </a:lnSpc>
            </a:pPr>
            <a:r>
              <a:rPr lang="en-US" altLang="en-US" sz="2600"/>
              <a:t>Learning objects are archived for re-use</a:t>
            </a:r>
          </a:p>
          <a:p>
            <a:pPr eaLnBrk="1" hangingPunct="1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altLang="en-US" sz="2600" b="1"/>
              <a:t>Learning Management System</a:t>
            </a:r>
          </a:p>
          <a:p>
            <a:pPr eaLnBrk="1" hangingPunct="1">
              <a:lnSpc>
                <a:spcPct val="70000"/>
              </a:lnSpc>
            </a:pPr>
            <a:endParaRPr lang="en-US" altLang="en-US" sz="2600" b="1"/>
          </a:p>
        </p:txBody>
      </p:sp>
      <p:sp>
        <p:nvSpPr>
          <p:cNvPr id="21508" name="Date Placeholder 40">
            <a:extLst>
              <a:ext uri="{FF2B5EF4-FFF2-40B4-BE49-F238E27FC236}">
                <a16:creationId xmlns:a16="http://schemas.microsoft.com/office/drawing/2014/main" id="{BE0B1F59-7AE2-6209-461F-F9D8B6F1549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3165546-D4F5-4082-9B99-B9F6C1515A5E}" type="datetime1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4/20/2026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1509" name="Slide Number Placeholder 41">
            <a:extLst>
              <a:ext uri="{FF2B5EF4-FFF2-40B4-BE49-F238E27FC236}">
                <a16:creationId xmlns:a16="http://schemas.microsoft.com/office/drawing/2014/main" id="{263A2009-294B-4F52-DF1C-5FD29F8D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50A9CD-0B49-4552-B941-53E8F8722C1A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1510" name="TextBox 47">
            <a:extLst>
              <a:ext uri="{FF2B5EF4-FFF2-40B4-BE49-F238E27FC236}">
                <a16:creationId xmlns:a16="http://schemas.microsoft.com/office/drawing/2014/main" id="{0407F68E-1BDF-B8EB-32C1-A1C111642F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4479925"/>
            <a:ext cx="21082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e.g.,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Articulate Storyline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Adobe Captivate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LMS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31F8F34-2C8E-7DE9-9CBE-7FD5F37D0CA6}"/>
              </a:ext>
            </a:extLst>
          </p:cNvPr>
          <p:cNvSpPr/>
          <p:nvPr/>
        </p:nvSpPr>
        <p:spPr>
          <a:xfrm>
            <a:off x="5334000" y="2555875"/>
            <a:ext cx="2895600" cy="190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 anchorCtr="1"/>
          <a:lstStyle/>
          <a:p>
            <a:pPr algn="ctr" eaLnBrk="1" hangingPunct="1">
              <a:defRPr/>
            </a:pPr>
            <a:r>
              <a:rPr lang="en-US" dirty="0"/>
              <a:t>Powerful Computer Workstation</a:t>
            </a:r>
          </a:p>
        </p:txBody>
      </p:sp>
      <p:sp>
        <p:nvSpPr>
          <p:cNvPr id="21512" name="TextBox 49">
            <a:extLst>
              <a:ext uri="{FF2B5EF4-FFF2-40B4-BE49-F238E27FC236}">
                <a16:creationId xmlns:a16="http://schemas.microsoft.com/office/drawing/2014/main" id="{703D4F8D-2B65-A9B2-45A9-D2D87184EA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4213" y="1524000"/>
            <a:ext cx="8016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expert</a:t>
            </a:r>
          </a:p>
        </p:txBody>
      </p:sp>
      <p:sp>
        <p:nvSpPr>
          <p:cNvPr id="21513" name="TextBox 50">
            <a:extLst>
              <a:ext uri="{FF2B5EF4-FFF2-40B4-BE49-F238E27FC236}">
                <a16:creationId xmlns:a16="http://schemas.microsoft.com/office/drawing/2014/main" id="{72087C3B-DCA6-7266-747B-76079C5D28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3413" y="1524000"/>
            <a:ext cx="8937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2060"/>
                </a:solidFill>
                <a:latin typeface="Arial" panose="020B0604020202020204" pitchFamily="34" charset="0"/>
              </a:rPr>
              <a:t>facilitator</a:t>
            </a:r>
          </a:p>
        </p:txBody>
      </p:sp>
      <p:pic>
        <p:nvPicPr>
          <p:cNvPr id="21514" name="Picture 2" descr="\\Sydney\data\zipfiles_registered\icons_and_ClipArt\ProfessionalIcons\ix_ObjectsAndPeople_all\32x32\plain\pawn_glass_red.png">
            <a:extLst>
              <a:ext uri="{FF2B5EF4-FFF2-40B4-BE49-F238E27FC236}">
                <a16:creationId xmlns:a16="http://schemas.microsoft.com/office/drawing/2014/main" id="{F81A44B9-483F-4088-7872-DC7FAF9FF6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513" y="1909763"/>
            <a:ext cx="8382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5" name="Picture 5" descr="\\Sydney\data\zipfiles_registered\icons_and_ClipArt\ProfessionalIcons\ix_ObjectsAndPeople_all\32x32\plain\pawn_glass_blue.png">
            <a:extLst>
              <a:ext uri="{FF2B5EF4-FFF2-40B4-BE49-F238E27FC236}">
                <a16:creationId xmlns:a16="http://schemas.microsoft.com/office/drawing/2014/main" id="{5753F672-FDAB-0D2E-FE4C-7F4587482F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1988" y="1905000"/>
            <a:ext cx="847725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E0741E37-0D3B-8852-C5EA-1BCF62E5A0EC}"/>
              </a:ext>
            </a:extLst>
          </p:cNvPr>
          <p:cNvSpPr/>
          <p:nvPr/>
        </p:nvSpPr>
        <p:spPr>
          <a:xfrm>
            <a:off x="5753100" y="3165475"/>
            <a:ext cx="2057400" cy="685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rgbClr val="002060"/>
                </a:solidFill>
              </a:rPr>
              <a:t>Rapid Authoring</a:t>
            </a:r>
          </a:p>
          <a:p>
            <a:pPr algn="ctr" eaLnBrk="1" hangingPunct="1">
              <a:defRPr/>
            </a:pPr>
            <a:r>
              <a:rPr lang="en-US" dirty="0">
                <a:solidFill>
                  <a:srgbClr val="002060"/>
                </a:solidFill>
              </a:rPr>
              <a:t>Software</a:t>
            </a:r>
          </a:p>
        </p:txBody>
      </p:sp>
      <p:sp>
        <p:nvSpPr>
          <p:cNvPr id="21517" name="Left-Right-Up Arrow 52">
            <a:extLst>
              <a:ext uri="{FF2B5EF4-FFF2-40B4-BE49-F238E27FC236}">
                <a16:creationId xmlns:a16="http://schemas.microsoft.com/office/drawing/2014/main" id="{690CEB53-51E7-5666-6718-CCC82DA9AE79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6400800" y="2632075"/>
            <a:ext cx="762000" cy="533400"/>
          </a:xfrm>
          <a:custGeom>
            <a:avLst/>
            <a:gdLst>
              <a:gd name="T0" fmla="*/ 381000 w 762000"/>
              <a:gd name="T1" fmla="*/ 0 h 533400"/>
              <a:gd name="T2" fmla="*/ 0 w 762000"/>
              <a:gd name="T3" fmla="*/ 400050 h 533400"/>
              <a:gd name="T4" fmla="*/ 381000 w 762000"/>
              <a:gd name="T5" fmla="*/ 466725 h 533400"/>
              <a:gd name="T6" fmla="*/ 762000 w 762000"/>
              <a:gd name="T7" fmla="*/ 400050 h 5334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66675 w 762000"/>
              <a:gd name="T13" fmla="*/ 333375 h 533400"/>
              <a:gd name="T14" fmla="*/ 695325 w 762000"/>
              <a:gd name="T15" fmla="*/ 466725 h 5334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62000" h="533400">
                <a:moveTo>
                  <a:pt x="0" y="400050"/>
                </a:moveTo>
                <a:lnTo>
                  <a:pt x="133350" y="266700"/>
                </a:lnTo>
                <a:lnTo>
                  <a:pt x="133350" y="333375"/>
                </a:lnTo>
                <a:lnTo>
                  <a:pt x="314325" y="333375"/>
                </a:lnTo>
                <a:lnTo>
                  <a:pt x="314325" y="133350"/>
                </a:lnTo>
                <a:lnTo>
                  <a:pt x="247650" y="133350"/>
                </a:lnTo>
                <a:lnTo>
                  <a:pt x="381000" y="0"/>
                </a:lnTo>
                <a:lnTo>
                  <a:pt x="514350" y="133350"/>
                </a:lnTo>
                <a:lnTo>
                  <a:pt x="447675" y="133350"/>
                </a:lnTo>
                <a:lnTo>
                  <a:pt x="447675" y="333375"/>
                </a:lnTo>
                <a:lnTo>
                  <a:pt x="628650" y="333375"/>
                </a:lnTo>
                <a:lnTo>
                  <a:pt x="628650" y="266700"/>
                </a:lnTo>
                <a:lnTo>
                  <a:pt x="762000" y="400050"/>
                </a:lnTo>
                <a:lnTo>
                  <a:pt x="628650" y="533400"/>
                </a:lnTo>
                <a:lnTo>
                  <a:pt x="628650" y="466725"/>
                </a:lnTo>
                <a:lnTo>
                  <a:pt x="133350" y="466725"/>
                </a:lnTo>
                <a:lnTo>
                  <a:pt x="133350" y="533400"/>
                </a:lnTo>
                <a:lnTo>
                  <a:pt x="0" y="400050"/>
                </a:lnTo>
                <a:close/>
              </a:path>
            </a:pathLst>
          </a:custGeom>
          <a:solidFill>
            <a:schemeClr val="bg1"/>
          </a:solidFill>
          <a:ln w="25400" algn="ctr">
            <a:solidFill>
              <a:srgbClr val="385D8A"/>
            </a:solidFill>
            <a:miter lim="800000"/>
            <a:headEnd/>
            <a:tailEnd/>
          </a:ln>
        </p:spPr>
        <p:txBody>
          <a:bodyPr rot="10800000" anchor="ctr"/>
          <a:lstStyle/>
          <a:p>
            <a:endParaRPr lang="en-CA"/>
          </a:p>
        </p:txBody>
      </p:sp>
      <p:sp>
        <p:nvSpPr>
          <p:cNvPr id="21518" name="Footer Placeholder 1">
            <a:extLst>
              <a:ext uri="{FF2B5EF4-FFF2-40B4-BE49-F238E27FC236}">
                <a16:creationId xmlns:a16="http://schemas.microsoft.com/office/drawing/2014/main" id="{3A597AA8-6ABD-596F-EA21-24AAF1410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©2000-2014 Vic Uzumeri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rapezoid 2">
            <a:extLst>
              <a:ext uri="{FF2B5EF4-FFF2-40B4-BE49-F238E27FC236}">
                <a16:creationId xmlns:a16="http://schemas.microsoft.com/office/drawing/2014/main" id="{40115968-8340-26A2-1688-0FCE187B3218}"/>
              </a:ext>
            </a:extLst>
          </p:cNvPr>
          <p:cNvSpPr/>
          <p:nvPr/>
        </p:nvSpPr>
        <p:spPr bwMode="auto">
          <a:xfrm rot="5400000">
            <a:off x="7204676" y="3398477"/>
            <a:ext cx="1371532" cy="1608593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Long Flow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(Authoring)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Time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2800C91-7D8F-7A1F-2213-AA3F8A67A8DB}"/>
              </a:ext>
            </a:extLst>
          </p:cNvPr>
          <p:cNvCxnSpPr>
            <a:endCxn id="3" idx="2"/>
          </p:cNvCxnSpPr>
          <p:nvPr/>
        </p:nvCxnSpPr>
        <p:spPr bwMode="auto">
          <a:xfrm>
            <a:off x="923925" y="4202113"/>
            <a:ext cx="6162675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B6034CE-FFDA-F74C-49CD-0A5649DD1286}"/>
              </a:ext>
            </a:extLst>
          </p:cNvPr>
          <p:cNvCxnSpPr/>
          <p:nvPr/>
        </p:nvCxnSpPr>
        <p:spPr bwMode="auto">
          <a:xfrm rot="16200000" flipH="1">
            <a:off x="3628232" y="2793206"/>
            <a:ext cx="1828800" cy="989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21E8BFD-5830-3F0A-B496-D91C9F85FB09}"/>
              </a:ext>
            </a:extLst>
          </p:cNvPr>
          <p:cNvCxnSpPr/>
          <p:nvPr/>
        </p:nvCxnSpPr>
        <p:spPr bwMode="auto">
          <a:xfrm rot="16200000" flipH="1">
            <a:off x="619125" y="2754313"/>
            <a:ext cx="1828800" cy="1066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1F7ECB5-B8F1-2B83-7637-DA55F0826EFF}"/>
              </a:ext>
            </a:extLst>
          </p:cNvPr>
          <p:cNvCxnSpPr/>
          <p:nvPr/>
        </p:nvCxnSpPr>
        <p:spPr bwMode="auto">
          <a:xfrm rot="5400000" flipH="1" flipV="1">
            <a:off x="1795463" y="4583113"/>
            <a:ext cx="1752600" cy="990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F280358-75B9-511C-2F19-EDFCB50DCC30}"/>
              </a:ext>
            </a:extLst>
          </p:cNvPr>
          <p:cNvCxnSpPr/>
          <p:nvPr/>
        </p:nvCxnSpPr>
        <p:spPr bwMode="auto">
          <a:xfrm rot="5400000" flipH="1" flipV="1">
            <a:off x="4160838" y="4545013"/>
            <a:ext cx="1752600" cy="1066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36" name="TextBox 13">
            <a:extLst>
              <a:ext uri="{FF2B5EF4-FFF2-40B4-BE49-F238E27FC236}">
                <a16:creationId xmlns:a16="http://schemas.microsoft.com/office/drawing/2014/main" id="{8E40F7B3-FACC-0016-2A71-12C841210D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263" y="2030413"/>
            <a:ext cx="10239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POLICIES</a:t>
            </a:r>
          </a:p>
        </p:txBody>
      </p:sp>
      <p:sp>
        <p:nvSpPr>
          <p:cNvPr id="22537" name="TextBox 14">
            <a:extLst>
              <a:ext uri="{FF2B5EF4-FFF2-40B4-BE49-F238E27FC236}">
                <a16:creationId xmlns:a16="http://schemas.microsoft.com/office/drawing/2014/main" id="{192D0984-BBB9-1709-E801-98B6AD91E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25" y="2030413"/>
            <a:ext cx="14700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PROCEDURES</a:t>
            </a:r>
          </a:p>
        </p:txBody>
      </p:sp>
      <p:sp>
        <p:nvSpPr>
          <p:cNvPr id="22538" name="TextBox 15">
            <a:extLst>
              <a:ext uri="{FF2B5EF4-FFF2-40B4-BE49-F238E27FC236}">
                <a16:creationId xmlns:a16="http://schemas.microsoft.com/office/drawing/2014/main" id="{1D0C4474-7409-19AE-7EAA-72F615D3B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5954713"/>
            <a:ext cx="8112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PLANT</a:t>
            </a:r>
          </a:p>
        </p:txBody>
      </p:sp>
      <p:sp>
        <p:nvSpPr>
          <p:cNvPr id="22539" name="TextBox 16">
            <a:extLst>
              <a:ext uri="{FF2B5EF4-FFF2-40B4-BE49-F238E27FC236}">
                <a16:creationId xmlns:a16="http://schemas.microsoft.com/office/drawing/2014/main" id="{9F5400DA-D5BC-A390-B115-9E16C49BB1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8125" y="5954713"/>
            <a:ext cx="9048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PEOPLE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4F4DF96-696D-B454-B12F-760F74096F29}"/>
              </a:ext>
            </a:extLst>
          </p:cNvPr>
          <p:cNvCxnSpPr/>
          <p:nvPr/>
        </p:nvCxnSpPr>
        <p:spPr bwMode="auto">
          <a:xfrm>
            <a:off x="4351338" y="2906713"/>
            <a:ext cx="1524000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41" name="TextBox 19">
            <a:extLst>
              <a:ext uri="{FF2B5EF4-FFF2-40B4-BE49-F238E27FC236}">
                <a16:creationId xmlns:a16="http://schemas.microsoft.com/office/drawing/2014/main" id="{9817E44D-5397-D8A3-D08D-DC8DD1D45E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6725" y="2601913"/>
            <a:ext cx="12573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no standards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71F2617-FFE0-C801-4A42-B72CA06F8EB8}"/>
              </a:ext>
            </a:extLst>
          </p:cNvPr>
          <p:cNvCxnSpPr/>
          <p:nvPr/>
        </p:nvCxnSpPr>
        <p:spPr bwMode="auto">
          <a:xfrm rot="5400000">
            <a:off x="5265738" y="1992313"/>
            <a:ext cx="1143000" cy="685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43" name="TextBox 22">
            <a:extLst>
              <a:ext uri="{FF2B5EF4-FFF2-40B4-BE49-F238E27FC236}">
                <a16:creationId xmlns:a16="http://schemas.microsoft.com/office/drawing/2014/main" id="{2D5EE9C2-6B19-E866-5F6B-B45C3CB5A6AF}"/>
              </a:ext>
            </a:extLst>
          </p:cNvPr>
          <p:cNvSpPr txBox="1">
            <a:spLocks noChangeArrowheads="1"/>
          </p:cNvSpPr>
          <p:nvPr/>
        </p:nvSpPr>
        <p:spPr bwMode="auto">
          <a:xfrm rot="-3550051">
            <a:off x="5170488" y="2035175"/>
            <a:ext cx="126206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too technical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DE28006-DE0A-0CAD-3F9E-DD802018A90D}"/>
              </a:ext>
            </a:extLst>
          </p:cNvPr>
          <p:cNvCxnSpPr/>
          <p:nvPr/>
        </p:nvCxnSpPr>
        <p:spPr bwMode="auto">
          <a:xfrm rot="10800000">
            <a:off x="1447800" y="3155950"/>
            <a:ext cx="1598613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45" name="TextBox 25">
            <a:extLst>
              <a:ext uri="{FF2B5EF4-FFF2-40B4-BE49-F238E27FC236}">
                <a16:creationId xmlns:a16="http://schemas.microsoft.com/office/drawing/2014/main" id="{35B2D529-9179-4D75-7192-AF7A405F6D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888" y="2851150"/>
            <a:ext cx="15351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mixed messages</a:t>
            </a:r>
            <a:br>
              <a:rPr lang="en-US" altLang="en-US" sz="1600"/>
            </a:br>
            <a:r>
              <a:rPr lang="en-US" altLang="en-US" sz="1600"/>
              <a:t>to authors</a:t>
            </a:r>
          </a:p>
        </p:txBody>
      </p:sp>
      <p:sp>
        <p:nvSpPr>
          <p:cNvPr id="22546" name="TextBox 26">
            <a:extLst>
              <a:ext uri="{FF2B5EF4-FFF2-40B4-BE49-F238E27FC236}">
                <a16:creationId xmlns:a16="http://schemas.microsoft.com/office/drawing/2014/main" id="{F455983F-3290-64A6-496F-AE53E817DE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3488" y="4887913"/>
            <a:ext cx="1208087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poor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writing skills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3E9E5FE-94BF-BA10-F84A-448EDE32B707}"/>
              </a:ext>
            </a:extLst>
          </p:cNvPr>
          <p:cNvCxnSpPr/>
          <p:nvPr/>
        </p:nvCxnSpPr>
        <p:spPr bwMode="auto">
          <a:xfrm rot="10800000">
            <a:off x="4960938" y="5192713"/>
            <a:ext cx="1524000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0F21805-F4E2-F436-02B2-8030C04F4348}"/>
              </a:ext>
            </a:extLst>
          </p:cNvPr>
          <p:cNvCxnSpPr/>
          <p:nvPr/>
        </p:nvCxnSpPr>
        <p:spPr bwMode="auto">
          <a:xfrm>
            <a:off x="4276725" y="4735513"/>
            <a:ext cx="989013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09" name="TextBox 31">
            <a:extLst>
              <a:ext uri="{FF2B5EF4-FFF2-40B4-BE49-F238E27FC236}">
                <a16:creationId xmlns:a16="http://schemas.microsoft.com/office/drawing/2014/main" id="{D8323739-9AA5-1643-6226-39094580A4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5925" y="4470400"/>
            <a:ext cx="105886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600">
                <a:solidFill>
                  <a:schemeClr val="bg1">
                    <a:lumMod val="75000"/>
                  </a:schemeClr>
                </a:solidFill>
                <a:latin typeface="Calibri" pitchFamily="34" charset="0"/>
                <a:cs typeface="Arial" charset="0"/>
              </a:rPr>
              <a:t>disinterest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74BF686-6B0E-12E4-FEBB-561C01C7BD05}"/>
              </a:ext>
            </a:extLst>
          </p:cNvPr>
          <p:cNvCxnSpPr/>
          <p:nvPr/>
        </p:nvCxnSpPr>
        <p:spPr bwMode="auto">
          <a:xfrm rot="11436663">
            <a:off x="4919663" y="3009900"/>
            <a:ext cx="1141412" cy="685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51" name="TextBox 35">
            <a:extLst>
              <a:ext uri="{FF2B5EF4-FFF2-40B4-BE49-F238E27FC236}">
                <a16:creationId xmlns:a16="http://schemas.microsoft.com/office/drawing/2014/main" id="{26AED442-6724-2A35-7220-C8B59B292AF7}"/>
              </a:ext>
            </a:extLst>
          </p:cNvPr>
          <p:cNvSpPr txBox="1">
            <a:spLocks noChangeArrowheads="1"/>
          </p:cNvSpPr>
          <p:nvPr/>
        </p:nvSpPr>
        <p:spPr bwMode="auto">
          <a:xfrm rot="2486612">
            <a:off x="4959350" y="3130550"/>
            <a:ext cx="12541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rapid change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881E7A9-A326-BB1E-4CA6-248CA2F4AB62}"/>
              </a:ext>
            </a:extLst>
          </p:cNvPr>
          <p:cNvCxnSpPr/>
          <p:nvPr/>
        </p:nvCxnSpPr>
        <p:spPr bwMode="auto">
          <a:xfrm rot="10800000">
            <a:off x="1787525" y="3689350"/>
            <a:ext cx="1169988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53" name="TextBox 39">
            <a:extLst>
              <a:ext uri="{FF2B5EF4-FFF2-40B4-BE49-F238E27FC236}">
                <a16:creationId xmlns:a16="http://schemas.microsoft.com/office/drawing/2014/main" id="{B117F3A8-9E4E-899C-6E21-8EB982926C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3384550"/>
            <a:ext cx="12811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halfhearted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mgmt review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7C47AF8-FECC-80B6-85C8-D6A4CE16FDDB}"/>
              </a:ext>
            </a:extLst>
          </p:cNvPr>
          <p:cNvCxnSpPr/>
          <p:nvPr/>
        </p:nvCxnSpPr>
        <p:spPr bwMode="auto">
          <a:xfrm>
            <a:off x="3463925" y="5649913"/>
            <a:ext cx="1219200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55" name="TextBox 42">
            <a:extLst>
              <a:ext uri="{FF2B5EF4-FFF2-40B4-BE49-F238E27FC236}">
                <a16:creationId xmlns:a16="http://schemas.microsoft.com/office/drawing/2014/main" id="{41445A01-9B0E-067B-73E6-64DB435283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1700" y="5345113"/>
            <a:ext cx="13319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time pressure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EDFD07F-2160-C8F9-621E-3F930A14E90C}"/>
              </a:ext>
            </a:extLst>
          </p:cNvPr>
          <p:cNvCxnSpPr/>
          <p:nvPr/>
        </p:nvCxnSpPr>
        <p:spPr bwMode="auto">
          <a:xfrm>
            <a:off x="1381125" y="5192713"/>
            <a:ext cx="1219200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17" name="TextBox 47">
            <a:extLst>
              <a:ext uri="{FF2B5EF4-FFF2-40B4-BE49-F238E27FC236}">
                <a16:creationId xmlns:a16="http://schemas.microsoft.com/office/drawing/2014/main" id="{8B9A9BD1-E992-A4CA-2501-CB04C0ED56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6325" y="4913313"/>
            <a:ext cx="1455738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eaLnBrk="1" hangingPunct="1">
              <a:defRPr/>
            </a:pPr>
            <a:r>
              <a:rPr lang="en-US" sz="1600">
                <a:solidFill>
                  <a:schemeClr val="bg1">
                    <a:lumMod val="75000"/>
                  </a:schemeClr>
                </a:solidFill>
                <a:latin typeface="Calibri" pitchFamily="34" charset="0"/>
                <a:cs typeface="Arial" charset="0"/>
              </a:rPr>
              <a:t>complex </a:t>
            </a:r>
          </a:p>
          <a:p>
            <a:pPr algn="r" eaLnBrk="1" hangingPunct="1">
              <a:defRPr/>
            </a:pPr>
            <a:r>
              <a:rPr lang="en-US" sz="1600">
                <a:solidFill>
                  <a:schemeClr val="bg1">
                    <a:lumMod val="75000"/>
                  </a:schemeClr>
                </a:solidFill>
                <a:latin typeface="Calibri" pitchFamily="34" charset="0"/>
                <a:cs typeface="Arial" charset="0"/>
              </a:rPr>
              <a:t>authoring tools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58C644E-CA52-1BBB-4D00-5329CEF57EFC}"/>
              </a:ext>
            </a:extLst>
          </p:cNvPr>
          <p:cNvCxnSpPr/>
          <p:nvPr/>
        </p:nvCxnSpPr>
        <p:spPr bwMode="auto">
          <a:xfrm rot="10800000">
            <a:off x="619125" y="3581400"/>
            <a:ext cx="1066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59" name="TextBox 49">
            <a:extLst>
              <a:ext uri="{FF2B5EF4-FFF2-40B4-BE49-F238E27FC236}">
                <a16:creationId xmlns:a16="http://schemas.microsoft.com/office/drawing/2014/main" id="{9511795F-19AD-3401-3C80-FBEFB505A1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276600"/>
            <a:ext cx="13747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low priority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for consumers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2BF3059-1319-2393-EE7F-4BC4C63201CA}"/>
              </a:ext>
            </a:extLst>
          </p:cNvPr>
          <p:cNvCxnSpPr/>
          <p:nvPr/>
        </p:nvCxnSpPr>
        <p:spPr bwMode="auto">
          <a:xfrm>
            <a:off x="4656138" y="5762625"/>
            <a:ext cx="990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61" name="TextBox 52">
            <a:extLst>
              <a:ext uri="{FF2B5EF4-FFF2-40B4-BE49-F238E27FC236}">
                <a16:creationId xmlns:a16="http://schemas.microsoft.com/office/drawing/2014/main" id="{42B8545C-9788-25AB-D140-3A16CCB110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3775" y="5497513"/>
            <a:ext cx="9953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insecurity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B98CE92-FC12-47B6-B25E-F195E513818B}"/>
              </a:ext>
            </a:extLst>
          </p:cNvPr>
          <p:cNvCxnSpPr/>
          <p:nvPr/>
        </p:nvCxnSpPr>
        <p:spPr bwMode="auto">
          <a:xfrm>
            <a:off x="1747838" y="4559300"/>
            <a:ext cx="1219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23" name="TextBox 54">
            <a:extLst>
              <a:ext uri="{FF2B5EF4-FFF2-40B4-BE49-F238E27FC236}">
                <a16:creationId xmlns:a16="http://schemas.microsoft.com/office/drawing/2014/main" id="{A1E125D4-F90B-F969-B6D5-07FDBC7B84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1338" y="4278313"/>
            <a:ext cx="1087437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eaLnBrk="1" hangingPunct="1">
              <a:defRPr/>
            </a:pPr>
            <a:r>
              <a:rPr lang="en-US" sz="1600">
                <a:solidFill>
                  <a:schemeClr val="bg1">
                    <a:lumMod val="75000"/>
                  </a:schemeClr>
                </a:solidFill>
                <a:latin typeface="Calibri" pitchFamily="34" charset="0"/>
                <a:cs typeface="Arial" charset="0"/>
              </a:rPr>
              <a:t>security</a:t>
            </a:r>
          </a:p>
          <a:p>
            <a:pPr algn="r" eaLnBrk="1" hangingPunct="1">
              <a:defRPr/>
            </a:pPr>
            <a:r>
              <a:rPr lang="en-US" sz="1600">
                <a:solidFill>
                  <a:schemeClr val="bg1">
                    <a:lumMod val="75000"/>
                  </a:schemeClr>
                </a:solidFill>
                <a:latin typeface="Calibri" pitchFamily="34" charset="0"/>
                <a:cs typeface="Arial" charset="0"/>
              </a:rPr>
              <a:t>roadblocks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F3914F1-35CB-AAF1-E04C-3F5E4913A45C}"/>
              </a:ext>
            </a:extLst>
          </p:cNvPr>
          <p:cNvCxnSpPr/>
          <p:nvPr/>
        </p:nvCxnSpPr>
        <p:spPr bwMode="auto">
          <a:xfrm rot="10800000">
            <a:off x="3802063" y="3897313"/>
            <a:ext cx="1066800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65" name="TextBox 56">
            <a:extLst>
              <a:ext uri="{FF2B5EF4-FFF2-40B4-BE49-F238E27FC236}">
                <a16:creationId xmlns:a16="http://schemas.microsoft.com/office/drawing/2014/main" id="{007C7D71-B5F2-0403-1B99-4C4DA6473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9513" y="3592513"/>
            <a:ext cx="102711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subjective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3A832E8-E6DA-1106-CE0D-837725C858B2}"/>
              </a:ext>
            </a:extLst>
          </p:cNvPr>
          <p:cNvCxnSpPr/>
          <p:nvPr/>
        </p:nvCxnSpPr>
        <p:spPr bwMode="auto">
          <a:xfrm rot="10800000">
            <a:off x="5308600" y="4659313"/>
            <a:ext cx="1066800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67" name="TextBox 58">
            <a:extLst>
              <a:ext uri="{FF2B5EF4-FFF2-40B4-BE49-F238E27FC236}">
                <a16:creationId xmlns:a16="http://schemas.microsoft.com/office/drawing/2014/main" id="{545DB9A4-37CD-C5C5-6C88-DDA9E6F1FE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9088" y="4391025"/>
            <a:ext cx="10858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no training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FEBB2B46-5B82-A57B-3650-0726B28DA2C4}"/>
              </a:ext>
            </a:extLst>
          </p:cNvPr>
          <p:cNvCxnSpPr/>
          <p:nvPr/>
        </p:nvCxnSpPr>
        <p:spPr bwMode="auto">
          <a:xfrm rot="10800000">
            <a:off x="1192213" y="2678113"/>
            <a:ext cx="1600200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69" name="TextBox 60">
            <a:extLst>
              <a:ext uri="{FF2B5EF4-FFF2-40B4-BE49-F238E27FC236}">
                <a16:creationId xmlns:a16="http://schemas.microsoft.com/office/drawing/2014/main" id="{4B90812C-3B7B-13B6-2120-CD6DE09470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2373313"/>
            <a:ext cx="18938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reactive punishment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8604C65-6EAD-0824-050B-6BF2B36E42DD}"/>
              </a:ext>
            </a:extLst>
          </p:cNvPr>
          <p:cNvCxnSpPr/>
          <p:nvPr/>
        </p:nvCxnSpPr>
        <p:spPr bwMode="auto">
          <a:xfrm rot="10800000">
            <a:off x="3546475" y="3440113"/>
            <a:ext cx="1066800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31" name="TextBox 64">
            <a:extLst>
              <a:ext uri="{FF2B5EF4-FFF2-40B4-BE49-F238E27FC236}">
                <a16:creationId xmlns:a16="http://schemas.microsoft.com/office/drawing/2014/main" id="{335E5B2B-5E1A-B618-8DF1-B5C804B6CC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8388" y="3135313"/>
            <a:ext cx="88265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eaLnBrk="1" hangingPunct="1">
              <a:defRPr/>
            </a:pPr>
            <a:r>
              <a:rPr lang="en-US" sz="1600">
                <a:solidFill>
                  <a:schemeClr val="bg1">
                    <a:lumMod val="75000"/>
                  </a:schemeClr>
                </a:solidFill>
                <a:latin typeface="Calibri" pitchFamily="34" charset="0"/>
                <a:cs typeface="Arial" charset="0"/>
              </a:rPr>
              <a:t>complex</a:t>
            </a:r>
          </a:p>
        </p:txBody>
      </p:sp>
      <p:sp>
        <p:nvSpPr>
          <p:cNvPr id="22572" name="Title 66">
            <a:extLst>
              <a:ext uri="{FF2B5EF4-FFF2-40B4-BE49-F238E27FC236}">
                <a16:creationId xmlns:a16="http://schemas.microsoft.com/office/drawing/2014/main" id="{7890DD48-4695-AF05-BEC4-EB9957C4F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Not Much Really Changes</a:t>
            </a:r>
            <a:endParaRPr lang="en-US" altLang="en-US" sz="3200"/>
          </a:p>
        </p:txBody>
      </p:sp>
      <p:sp>
        <p:nvSpPr>
          <p:cNvPr id="22573" name="Date Placeholder 1">
            <a:extLst>
              <a:ext uri="{FF2B5EF4-FFF2-40B4-BE49-F238E27FC236}">
                <a16:creationId xmlns:a16="http://schemas.microsoft.com/office/drawing/2014/main" id="{C48B03D5-0AB5-76B7-60C8-937784A0DA0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3256F2C-74C5-425E-A1D4-2409DE1885DF}" type="datetime1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4/20/2026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2574" name="Footer Placeholder 3">
            <a:extLst>
              <a:ext uri="{FF2B5EF4-FFF2-40B4-BE49-F238E27FC236}">
                <a16:creationId xmlns:a16="http://schemas.microsoft.com/office/drawing/2014/main" id="{626B2E78-D223-A588-8444-3A3F3EBA9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©2000-2014 Vic Uzumeri</a:t>
            </a:r>
          </a:p>
        </p:txBody>
      </p:sp>
      <p:sp>
        <p:nvSpPr>
          <p:cNvPr id="22575" name="Slide Number Placeholder 5">
            <a:extLst>
              <a:ext uri="{FF2B5EF4-FFF2-40B4-BE49-F238E27FC236}">
                <a16:creationId xmlns:a16="http://schemas.microsoft.com/office/drawing/2014/main" id="{11768B08-9D1D-CC7C-A7EC-7FBF950F5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E6E443F-5158-470F-8FEB-C68EA68CC1F3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90125F3-6905-DF03-C1D7-F0D6EAF8D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Speed requires standard work</a:t>
            </a:r>
          </a:p>
        </p:txBody>
      </p:sp>
      <p:sp>
        <p:nvSpPr>
          <p:cNvPr id="24579" name="Text Placeholder 5">
            <a:extLst>
              <a:ext uri="{FF2B5EF4-FFF2-40B4-BE49-F238E27FC236}">
                <a16:creationId xmlns:a16="http://schemas.microsoft.com/office/drawing/2014/main" id="{A8F49DE4-4B3B-E9C1-C7F9-0699E093F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24580" name="Date Placeholder 3">
            <a:extLst>
              <a:ext uri="{FF2B5EF4-FFF2-40B4-BE49-F238E27FC236}">
                <a16:creationId xmlns:a16="http://schemas.microsoft.com/office/drawing/2014/main" id="{B9F376F1-F7EF-3957-E678-C62098925A3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153787F-8540-4B21-893D-E5A10AB41660}" type="datetime1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4/20/2026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4581" name="Slide Number Placeholder 6">
            <a:extLst>
              <a:ext uri="{FF2B5EF4-FFF2-40B4-BE49-F238E27FC236}">
                <a16:creationId xmlns:a16="http://schemas.microsoft.com/office/drawing/2014/main" id="{89FB049D-8A62-65FA-FDF9-CFD37A46E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D6F2ADC-69B3-4681-A770-E28A293C030A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C49F61-5653-89A6-EEFB-25478FEEB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©2000-2014 Vic Uzumeri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2" name="Group 67">
            <a:extLst>
              <a:ext uri="{FF2B5EF4-FFF2-40B4-BE49-F238E27FC236}">
                <a16:creationId xmlns:a16="http://schemas.microsoft.com/office/drawing/2014/main" id="{E6B619F0-01C4-B67C-7D59-01701D8A864D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2590800"/>
            <a:ext cx="7162800" cy="1143000"/>
            <a:chOff x="1066800" y="2209800"/>
            <a:chExt cx="7162800" cy="1143000"/>
          </a:xfrm>
        </p:grpSpPr>
        <p:sp>
          <p:nvSpPr>
            <p:cNvPr id="25637" name="TextBox 1">
              <a:extLst>
                <a:ext uri="{FF2B5EF4-FFF2-40B4-BE49-F238E27FC236}">
                  <a16:creationId xmlns:a16="http://schemas.microsoft.com/office/drawing/2014/main" id="{648F0A7E-6885-5739-81E1-8C9A4CE553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6025" y="2614136"/>
              <a:ext cx="121920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</a:rPr>
                <a:t>craft a written explanation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</a:rPr>
                <a:t>of the idea</a:t>
              </a:r>
            </a:p>
          </p:txBody>
        </p:sp>
        <p:sp>
          <p:nvSpPr>
            <p:cNvPr id="25638" name="TextBox 2">
              <a:extLst>
                <a:ext uri="{FF2B5EF4-FFF2-40B4-BE49-F238E27FC236}">
                  <a16:creationId xmlns:a16="http://schemas.microsoft.com/office/drawing/2014/main" id="{2743C856-7F4B-725B-4047-05CA2F0DF8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1450" y="2614136"/>
              <a:ext cx="133350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</a:rPr>
                <a:t>translate written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</a:rPr>
                <a:t>explanation to a new language</a:t>
              </a:r>
            </a:p>
          </p:txBody>
        </p:sp>
        <p:sp>
          <p:nvSpPr>
            <p:cNvPr id="25639" name="TextBox 3">
              <a:extLst>
                <a:ext uri="{FF2B5EF4-FFF2-40B4-BE49-F238E27FC236}">
                  <a16:creationId xmlns:a16="http://schemas.microsoft.com/office/drawing/2014/main" id="{9654D0C5-3E52-4C93-9349-6690DF9687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1175" y="2614136"/>
              <a:ext cx="125730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</a:rPr>
                <a:t>interpret idea from the written translation</a:t>
              </a:r>
            </a:p>
          </p:txBody>
        </p:sp>
        <p:sp>
          <p:nvSpPr>
            <p:cNvPr id="25640" name="TextBox 4">
              <a:extLst>
                <a:ext uri="{FF2B5EF4-FFF2-40B4-BE49-F238E27FC236}">
                  <a16:creationId xmlns:a16="http://schemas.microsoft.com/office/drawing/2014/main" id="{530FE722-0D32-FD1D-E6E0-80AA6BF935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24700" y="2614136"/>
              <a:ext cx="110490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</a:rPr>
                <a:t>apply idea in local context and culture</a:t>
              </a:r>
            </a:p>
          </p:txBody>
        </p:sp>
        <p:sp>
          <p:nvSpPr>
            <p:cNvPr id="25641" name="TextBox 5">
              <a:extLst>
                <a:ext uri="{FF2B5EF4-FFF2-40B4-BE49-F238E27FC236}">
                  <a16:creationId xmlns:a16="http://schemas.microsoft.com/office/drawing/2014/main" id="{97D60C23-A15C-8D4C-5A69-E4ABED851B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800" y="2521803"/>
              <a:ext cx="1143000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</a:rPr>
                <a:t>conceptualize an idea from tacit expert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</a:rPr>
                <a:t>knowledge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1971D987-9637-1FE2-399C-39A151A76C87}"/>
                </a:ext>
              </a:extLst>
            </p:cNvPr>
            <p:cNvCxnSpPr>
              <a:stCxn id="25641" idx="3"/>
              <a:endCxn id="25637" idx="1"/>
            </p:cNvCxnSpPr>
            <p:nvPr/>
          </p:nvCxnSpPr>
          <p:spPr>
            <a:xfrm>
              <a:off x="2209800" y="2936875"/>
              <a:ext cx="276225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C3098F19-4F90-02F4-CB39-FE1538471970}"/>
                </a:ext>
              </a:extLst>
            </p:cNvPr>
            <p:cNvCxnSpPr>
              <a:stCxn id="25637" idx="3"/>
              <a:endCxn id="25638" idx="1"/>
            </p:cNvCxnSpPr>
            <p:nvPr/>
          </p:nvCxnSpPr>
          <p:spPr>
            <a:xfrm>
              <a:off x="3705225" y="2936875"/>
              <a:ext cx="276225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B9610C5-6A6C-3E8C-38B0-11E160FE7245}"/>
                </a:ext>
              </a:extLst>
            </p:cNvPr>
            <p:cNvCxnSpPr>
              <a:stCxn id="25638" idx="3"/>
              <a:endCxn id="25639" idx="1"/>
            </p:cNvCxnSpPr>
            <p:nvPr/>
          </p:nvCxnSpPr>
          <p:spPr>
            <a:xfrm>
              <a:off x="5314950" y="2936875"/>
              <a:ext cx="276225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5BDECB6A-7D53-31E6-AD72-9CC38F4BBC45}"/>
                </a:ext>
              </a:extLst>
            </p:cNvPr>
            <p:cNvCxnSpPr>
              <a:stCxn id="25639" idx="3"/>
              <a:endCxn id="25640" idx="1"/>
            </p:cNvCxnSpPr>
            <p:nvPr/>
          </p:nvCxnSpPr>
          <p:spPr>
            <a:xfrm>
              <a:off x="6848475" y="2936875"/>
              <a:ext cx="276225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003D35F-775C-EFE0-D1F5-7A28D8CC91B2}"/>
                </a:ext>
              </a:extLst>
            </p:cNvPr>
            <p:cNvSpPr txBox="1"/>
            <p:nvPr/>
          </p:nvSpPr>
          <p:spPr bwMode="auto">
            <a:xfrm>
              <a:off x="1524000" y="2209800"/>
              <a:ext cx="354013" cy="38100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E6B70F9-B426-1CC7-B0B7-A4CC8DD543FF}"/>
                </a:ext>
              </a:extLst>
            </p:cNvPr>
            <p:cNvSpPr txBox="1"/>
            <p:nvPr/>
          </p:nvSpPr>
          <p:spPr bwMode="auto">
            <a:xfrm>
              <a:off x="2825750" y="2209800"/>
              <a:ext cx="354013" cy="38100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  <a:cs typeface="Arial" charset="0"/>
                </a:rPr>
                <a:t>2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6BB6BAF-0D56-2CC2-B830-9CDD01A750C8}"/>
                </a:ext>
              </a:extLst>
            </p:cNvPr>
            <p:cNvSpPr txBox="1"/>
            <p:nvPr/>
          </p:nvSpPr>
          <p:spPr bwMode="auto">
            <a:xfrm>
              <a:off x="4357688" y="2209800"/>
              <a:ext cx="352425" cy="38100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  <a:cs typeface="Arial" charset="0"/>
                </a:rPr>
                <a:t>3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59BA4F9-9B4B-DB63-C143-4B55DDF61FAA}"/>
                </a:ext>
              </a:extLst>
            </p:cNvPr>
            <p:cNvSpPr txBox="1"/>
            <p:nvPr/>
          </p:nvSpPr>
          <p:spPr bwMode="auto">
            <a:xfrm>
              <a:off x="5888038" y="2209800"/>
              <a:ext cx="354012" cy="38100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  <a:cs typeface="Arial" charset="0"/>
                </a:rPr>
                <a:t>4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D882617-D596-FDAA-3C60-B20C16573AC3}"/>
                </a:ext>
              </a:extLst>
            </p:cNvPr>
            <p:cNvSpPr txBox="1"/>
            <p:nvPr/>
          </p:nvSpPr>
          <p:spPr bwMode="auto">
            <a:xfrm>
              <a:off x="7418388" y="2209800"/>
              <a:ext cx="354012" cy="38100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  <a:cs typeface="Arial" charset="0"/>
                </a:rPr>
                <a:t>5</a:t>
              </a:r>
            </a:p>
          </p:txBody>
        </p:sp>
      </p:grpSp>
      <p:pic>
        <p:nvPicPr>
          <p:cNvPr id="25603" name="Picture 1" descr="users4.png">
            <a:extLst>
              <a:ext uri="{FF2B5EF4-FFF2-40B4-BE49-F238E27FC236}">
                <a16:creationId xmlns:a16="http://schemas.microsoft.com/office/drawing/2014/main" id="{8C1D0AB9-083F-CD4C-F39C-2697B44476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971800"/>
            <a:ext cx="609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4" name="Picture 12" descr="C:\ipovweb\icons\scientist.png">
            <a:extLst>
              <a:ext uri="{FF2B5EF4-FFF2-40B4-BE49-F238E27FC236}">
                <a16:creationId xmlns:a16="http://schemas.microsoft.com/office/drawing/2014/main" id="{411BB227-DED6-61FD-38B6-98C092D5C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048000"/>
            <a:ext cx="557213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1" name="TextBox 43">
            <a:extLst>
              <a:ext uri="{FF2B5EF4-FFF2-40B4-BE49-F238E27FC236}">
                <a16:creationId xmlns:a16="http://schemas.microsoft.com/office/drawing/2014/main" id="{AA840F87-8610-7D6C-0DF3-98A5C6B66C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1828800"/>
            <a:ext cx="15176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Single Point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of Failure</a:t>
            </a:r>
          </a:p>
        </p:txBody>
      </p:sp>
      <p:cxnSp>
        <p:nvCxnSpPr>
          <p:cNvPr id="46" name="Shape 45">
            <a:extLst>
              <a:ext uri="{FF2B5EF4-FFF2-40B4-BE49-F238E27FC236}">
                <a16:creationId xmlns:a16="http://schemas.microsoft.com/office/drawing/2014/main" id="{80263A3E-BBD2-D83A-F660-C4C84F0DF780}"/>
              </a:ext>
            </a:extLst>
          </p:cNvPr>
          <p:cNvCxnSpPr>
            <a:stCxn id="14341" idx="2"/>
          </p:cNvCxnSpPr>
          <p:nvPr/>
        </p:nvCxnSpPr>
        <p:spPr>
          <a:xfrm rot="5400000">
            <a:off x="6360319" y="2515394"/>
            <a:ext cx="839787" cy="758825"/>
          </a:xfrm>
          <a:prstGeom prst="curved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46">
            <a:extLst>
              <a:ext uri="{FF2B5EF4-FFF2-40B4-BE49-F238E27FC236}">
                <a16:creationId xmlns:a16="http://schemas.microsoft.com/office/drawing/2014/main" id="{D115E07B-0539-C518-A5BB-A501912CAFC0}"/>
              </a:ext>
            </a:extLst>
          </p:cNvPr>
          <p:cNvGrpSpPr>
            <a:grpSpLocks/>
          </p:cNvGrpSpPr>
          <p:nvPr/>
        </p:nvGrpSpPr>
        <p:grpSpPr bwMode="auto">
          <a:xfrm>
            <a:off x="777875" y="3962400"/>
            <a:ext cx="7604125" cy="2057400"/>
            <a:chOff x="777875" y="3581400"/>
            <a:chExt cx="7604125" cy="2057400"/>
          </a:xfrm>
        </p:grpSpPr>
        <p:pic>
          <p:nvPicPr>
            <p:cNvPr id="25626" name="Picture 24" descr="images.jpg">
              <a:extLst>
                <a:ext uri="{FF2B5EF4-FFF2-40B4-BE49-F238E27FC236}">
                  <a16:creationId xmlns:a16="http://schemas.microsoft.com/office/drawing/2014/main" id="{05ACF3C3-7684-6170-72AD-D0CF9B2511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44963" y="3581400"/>
              <a:ext cx="476250" cy="476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27" name="Picture 26" descr="credit_card_image.png">
              <a:extLst>
                <a:ext uri="{FF2B5EF4-FFF2-40B4-BE49-F238E27FC236}">
                  <a16:creationId xmlns:a16="http://schemas.microsoft.com/office/drawing/2014/main" id="{99005731-A155-C0BD-21D2-B6A4AB1FB7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83163" y="3657600"/>
              <a:ext cx="706437" cy="476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28" name="Picture 27" descr="airport.jpg">
              <a:extLst>
                <a:ext uri="{FF2B5EF4-FFF2-40B4-BE49-F238E27FC236}">
                  <a16:creationId xmlns:a16="http://schemas.microsoft.com/office/drawing/2014/main" id="{A65C7FB3-72C8-7BD7-0657-2FC974A6C34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97363" y="4114800"/>
              <a:ext cx="533400" cy="520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29" name="Picture 31" descr="bed.png">
              <a:extLst>
                <a:ext uri="{FF2B5EF4-FFF2-40B4-BE49-F238E27FC236}">
                  <a16:creationId xmlns:a16="http://schemas.microsoft.com/office/drawing/2014/main" id="{CD838C02-6E6F-CDA8-E88F-72688207BFB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87763" y="4572000"/>
              <a:ext cx="609600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30" name="Picture 32" descr="car_sedan_orange.png">
              <a:extLst>
                <a:ext uri="{FF2B5EF4-FFF2-40B4-BE49-F238E27FC236}">
                  <a16:creationId xmlns:a16="http://schemas.microsoft.com/office/drawing/2014/main" id="{057B0C32-21AF-298A-B84F-35CC17D2B73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30763" y="4419600"/>
              <a:ext cx="609600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31" name="Picture 37" descr="calendar.png">
              <a:extLst>
                <a:ext uri="{FF2B5EF4-FFF2-40B4-BE49-F238E27FC236}">
                  <a16:creationId xmlns:a16="http://schemas.microsoft.com/office/drawing/2014/main" id="{3490DFB6-247D-1655-F8A9-F5BC345D57C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3563" y="4876800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32" name="Picture 15" descr="M:\Professional Icons\ix_ns_all\48x48\shadow\environment.png">
              <a:extLst>
                <a:ext uri="{FF2B5EF4-FFF2-40B4-BE49-F238E27FC236}">
                  <a16:creationId xmlns:a16="http://schemas.microsoft.com/office/drawing/2014/main" id="{B7EA0DC5-40C2-FAA4-8E99-AB6FE3680B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59163" y="3962400"/>
              <a:ext cx="609600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84383089-FD2C-250C-F850-7B7D94DCDE5A}"/>
                </a:ext>
              </a:extLst>
            </p:cNvPr>
            <p:cNvSpPr/>
            <p:nvPr/>
          </p:nvSpPr>
          <p:spPr>
            <a:xfrm>
              <a:off x="777875" y="3581400"/>
              <a:ext cx="2482850" cy="1096963"/>
            </a:xfrm>
            <a:custGeom>
              <a:avLst/>
              <a:gdLst>
                <a:gd name="connsiteX0" fmla="*/ 0 w 2484120"/>
                <a:gd name="connsiteY0" fmla="*/ 0 h 1783080"/>
                <a:gd name="connsiteX1" fmla="*/ 1112520 w 2484120"/>
                <a:gd name="connsiteY1" fmla="*/ 1325880 h 1783080"/>
                <a:gd name="connsiteX2" fmla="*/ 2484120 w 2484120"/>
                <a:gd name="connsiteY2" fmla="*/ 1783080 h 1783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84120" h="1783080">
                  <a:moveTo>
                    <a:pt x="0" y="0"/>
                  </a:moveTo>
                  <a:cubicBezTo>
                    <a:pt x="349250" y="514350"/>
                    <a:pt x="698500" y="1028700"/>
                    <a:pt x="1112520" y="1325880"/>
                  </a:cubicBezTo>
                  <a:cubicBezTo>
                    <a:pt x="1526540" y="1623060"/>
                    <a:pt x="2005330" y="1703070"/>
                    <a:pt x="2484120" y="1783080"/>
                  </a:cubicBezTo>
                </a:path>
              </a:pathLst>
            </a:custGeom>
            <a:ln w="57150">
              <a:solidFill>
                <a:schemeClr val="accent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>
                <a:latin typeface="Calibri" panose="020F0502020204030204" pitchFamily="34" charset="0"/>
              </a:endParaRPr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AE0B49F8-7E04-1FED-1EBB-6429E9E8187B}"/>
                </a:ext>
              </a:extLst>
            </p:cNvPr>
            <p:cNvSpPr/>
            <p:nvPr/>
          </p:nvSpPr>
          <p:spPr>
            <a:xfrm flipH="1">
              <a:off x="5897563" y="3581400"/>
              <a:ext cx="2484437" cy="1096963"/>
            </a:xfrm>
            <a:custGeom>
              <a:avLst/>
              <a:gdLst>
                <a:gd name="connsiteX0" fmla="*/ 0 w 2484120"/>
                <a:gd name="connsiteY0" fmla="*/ 0 h 1783080"/>
                <a:gd name="connsiteX1" fmla="*/ 1112520 w 2484120"/>
                <a:gd name="connsiteY1" fmla="*/ 1325880 h 1783080"/>
                <a:gd name="connsiteX2" fmla="*/ 2484120 w 2484120"/>
                <a:gd name="connsiteY2" fmla="*/ 1783080 h 1783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84120" h="1783080">
                  <a:moveTo>
                    <a:pt x="0" y="0"/>
                  </a:moveTo>
                  <a:cubicBezTo>
                    <a:pt x="349250" y="514350"/>
                    <a:pt x="698500" y="1028700"/>
                    <a:pt x="1112520" y="1325880"/>
                  </a:cubicBezTo>
                  <a:cubicBezTo>
                    <a:pt x="1526540" y="1623060"/>
                    <a:pt x="2005330" y="1703070"/>
                    <a:pt x="2484120" y="1783080"/>
                  </a:cubicBezTo>
                </a:path>
              </a:pathLst>
            </a:custGeom>
            <a:ln w="57150"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>
                <a:latin typeface="Calibri" panose="020F0502020204030204" pitchFamily="34" charset="0"/>
              </a:endParaRPr>
            </a:p>
          </p:txBody>
        </p:sp>
        <p:sp>
          <p:nvSpPr>
            <p:cNvPr id="25635" name="TextBox 47">
              <a:extLst>
                <a:ext uri="{FF2B5EF4-FFF2-40B4-BE49-F238E27FC236}">
                  <a16:creationId xmlns:a16="http://schemas.microsoft.com/office/drawing/2014/main" id="{F5250D50-3DB7-9A43-B3EA-B5B0B4C61C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0" y="5268913"/>
              <a:ext cx="110807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latin typeface="Arial" panose="020B0604020202020204" pitchFamily="34" charset="0"/>
                </a:rPr>
                <a:t>Fallback</a:t>
              </a:r>
            </a:p>
          </p:txBody>
        </p:sp>
        <p:cxnSp>
          <p:nvCxnSpPr>
            <p:cNvPr id="49" name="Shape 48">
              <a:extLst>
                <a:ext uri="{FF2B5EF4-FFF2-40B4-BE49-F238E27FC236}">
                  <a16:creationId xmlns:a16="http://schemas.microsoft.com/office/drawing/2014/main" id="{D05E1177-2781-FBAB-E2B9-5BE72E181D2B}"/>
                </a:ext>
              </a:extLst>
            </p:cNvPr>
            <p:cNvCxnSpPr>
              <a:stCxn id="25635" idx="1"/>
            </p:cNvCxnSpPr>
            <p:nvPr/>
          </p:nvCxnSpPr>
          <p:spPr>
            <a:xfrm rot="10800000">
              <a:off x="5135563" y="5029200"/>
              <a:ext cx="198437" cy="425450"/>
            </a:xfrm>
            <a:prstGeom prst="curvedConnector2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44">
            <a:extLst>
              <a:ext uri="{FF2B5EF4-FFF2-40B4-BE49-F238E27FC236}">
                <a16:creationId xmlns:a16="http://schemas.microsoft.com/office/drawing/2014/main" id="{21F671CB-C663-E541-EE5C-4A509FC56D62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3009900"/>
            <a:ext cx="6705600" cy="609600"/>
            <a:chOff x="1219200" y="2628900"/>
            <a:chExt cx="6705600" cy="609600"/>
          </a:xfrm>
        </p:grpSpPr>
        <p:pic>
          <p:nvPicPr>
            <p:cNvPr id="25613" name="Picture 6" descr="M:\Professional Icons\ix_ap_all\48x48\shadow\delete2.png">
              <a:extLst>
                <a:ext uri="{FF2B5EF4-FFF2-40B4-BE49-F238E27FC236}">
                  <a16:creationId xmlns:a16="http://schemas.microsoft.com/office/drawing/2014/main" id="{3FFF8061-D02A-F3F5-5CFD-16795A0BE3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91200" y="2628900"/>
              <a:ext cx="609600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5614" name="Group 59">
              <a:extLst>
                <a:ext uri="{FF2B5EF4-FFF2-40B4-BE49-F238E27FC236}">
                  <a16:creationId xmlns:a16="http://schemas.microsoft.com/office/drawing/2014/main" id="{5C85DD2E-4972-B9C3-9AAE-F8D4A5751C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19200" y="2628900"/>
              <a:ext cx="609600" cy="609600"/>
              <a:chOff x="1219200" y="2667000"/>
              <a:chExt cx="609600" cy="609600"/>
            </a:xfrm>
          </p:grpSpPr>
          <p:pic>
            <p:nvPicPr>
              <p:cNvPr id="25624" name="Picture 6" descr="M:\Professional Icons\ix_ap_all\48x48\shadow\delete2.png">
                <a:extLst>
                  <a:ext uri="{FF2B5EF4-FFF2-40B4-BE49-F238E27FC236}">
                    <a16:creationId xmlns:a16="http://schemas.microsoft.com/office/drawing/2014/main" id="{87C12EF8-ED6C-74D5-F5F9-82BD80819B2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19200" y="2667000"/>
                <a:ext cx="609600" cy="609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625" name="TextBox 58">
                <a:extLst>
                  <a:ext uri="{FF2B5EF4-FFF2-40B4-BE49-F238E27FC236}">
                    <a16:creationId xmlns:a16="http://schemas.microsoft.com/office/drawing/2014/main" id="{BEB7AF8E-1592-30FE-1493-803BA7BDB4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61135" y="2787134"/>
                <a:ext cx="32573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b="1">
                    <a:latin typeface="Arial" panose="020B0604020202020204" pitchFamily="34" charset="0"/>
                  </a:rPr>
                  <a:t>?</a:t>
                </a:r>
              </a:p>
            </p:txBody>
          </p:sp>
        </p:grpSp>
        <p:grpSp>
          <p:nvGrpSpPr>
            <p:cNvPr id="25615" name="Group 60">
              <a:extLst>
                <a:ext uri="{FF2B5EF4-FFF2-40B4-BE49-F238E27FC236}">
                  <a16:creationId xmlns:a16="http://schemas.microsoft.com/office/drawing/2014/main" id="{F38F5295-F458-0566-FE55-691760DAC2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43200" y="2628900"/>
              <a:ext cx="609600" cy="609600"/>
              <a:chOff x="1219200" y="2667000"/>
              <a:chExt cx="609600" cy="609600"/>
            </a:xfrm>
          </p:grpSpPr>
          <p:pic>
            <p:nvPicPr>
              <p:cNvPr id="25622" name="Picture 6" descr="M:\Professional Icons\ix_ap_all\48x48\shadow\delete2.png">
                <a:extLst>
                  <a:ext uri="{FF2B5EF4-FFF2-40B4-BE49-F238E27FC236}">
                    <a16:creationId xmlns:a16="http://schemas.microsoft.com/office/drawing/2014/main" id="{A7EC5A8E-00EE-3C3A-A1B0-3856F72F183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19200" y="2667000"/>
                <a:ext cx="609600" cy="609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623" name="TextBox 64">
                <a:extLst>
                  <a:ext uri="{FF2B5EF4-FFF2-40B4-BE49-F238E27FC236}">
                    <a16:creationId xmlns:a16="http://schemas.microsoft.com/office/drawing/2014/main" id="{56DDF9C5-F9FA-B8B4-378E-268EC19663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61135" y="2787134"/>
                <a:ext cx="32573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b="1">
                    <a:latin typeface="Arial" panose="020B0604020202020204" pitchFamily="34" charset="0"/>
                  </a:rPr>
                  <a:t>?</a:t>
                </a:r>
              </a:p>
            </p:txBody>
          </p:sp>
        </p:grpSp>
        <p:grpSp>
          <p:nvGrpSpPr>
            <p:cNvPr id="25616" name="Group 65">
              <a:extLst>
                <a:ext uri="{FF2B5EF4-FFF2-40B4-BE49-F238E27FC236}">
                  <a16:creationId xmlns:a16="http://schemas.microsoft.com/office/drawing/2014/main" id="{D7A420DD-6E07-2573-AC6E-A01F60511C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67200" y="2628900"/>
              <a:ext cx="609600" cy="609600"/>
              <a:chOff x="1219200" y="2667000"/>
              <a:chExt cx="609600" cy="609600"/>
            </a:xfrm>
          </p:grpSpPr>
          <p:pic>
            <p:nvPicPr>
              <p:cNvPr id="25620" name="Picture 6" descr="M:\Professional Icons\ix_ap_all\48x48\shadow\delete2.png">
                <a:extLst>
                  <a:ext uri="{FF2B5EF4-FFF2-40B4-BE49-F238E27FC236}">
                    <a16:creationId xmlns:a16="http://schemas.microsoft.com/office/drawing/2014/main" id="{78B9636C-BCCA-89DB-A3B9-9A39CC3C820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19200" y="2667000"/>
                <a:ext cx="609600" cy="609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621" name="TextBox 67">
                <a:extLst>
                  <a:ext uri="{FF2B5EF4-FFF2-40B4-BE49-F238E27FC236}">
                    <a16:creationId xmlns:a16="http://schemas.microsoft.com/office/drawing/2014/main" id="{19554DDA-7375-0E7C-49E6-75886E3DAF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61135" y="2787134"/>
                <a:ext cx="32573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b="1">
                    <a:latin typeface="Arial" panose="020B0604020202020204" pitchFamily="34" charset="0"/>
                  </a:rPr>
                  <a:t>?</a:t>
                </a:r>
              </a:p>
            </p:txBody>
          </p:sp>
        </p:grpSp>
        <p:grpSp>
          <p:nvGrpSpPr>
            <p:cNvPr id="25617" name="Group 68">
              <a:extLst>
                <a:ext uri="{FF2B5EF4-FFF2-40B4-BE49-F238E27FC236}">
                  <a16:creationId xmlns:a16="http://schemas.microsoft.com/office/drawing/2014/main" id="{42FC442F-AB39-6416-5203-450A78238E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15200" y="2628900"/>
              <a:ext cx="609600" cy="609600"/>
              <a:chOff x="1219200" y="2667000"/>
              <a:chExt cx="609600" cy="609600"/>
            </a:xfrm>
          </p:grpSpPr>
          <p:pic>
            <p:nvPicPr>
              <p:cNvPr id="25618" name="Picture 6" descr="M:\Professional Icons\ix_ap_all\48x48\shadow\delete2.png">
                <a:extLst>
                  <a:ext uri="{FF2B5EF4-FFF2-40B4-BE49-F238E27FC236}">
                    <a16:creationId xmlns:a16="http://schemas.microsoft.com/office/drawing/2014/main" id="{E255F94A-270C-6E66-86F5-737C188C098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19200" y="2667000"/>
                <a:ext cx="609600" cy="609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619" name="TextBox 70">
                <a:extLst>
                  <a:ext uri="{FF2B5EF4-FFF2-40B4-BE49-F238E27FC236}">
                    <a16:creationId xmlns:a16="http://schemas.microsoft.com/office/drawing/2014/main" id="{3B2A9885-B24D-8B3D-98C7-976C357B65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61135" y="2787134"/>
                <a:ext cx="32573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b="1">
                    <a:latin typeface="Arial" panose="020B0604020202020204" pitchFamily="34" charset="0"/>
                  </a:rPr>
                  <a:t>?</a:t>
                </a:r>
              </a:p>
            </p:txBody>
          </p:sp>
        </p:grpSp>
      </p:grpSp>
      <p:sp>
        <p:nvSpPr>
          <p:cNvPr id="48" name="Title 47">
            <a:extLst>
              <a:ext uri="{FF2B5EF4-FFF2-40B4-BE49-F238E27FC236}">
                <a16:creationId xmlns:a16="http://schemas.microsoft.com/office/drawing/2014/main" id="{31ADCE86-7459-05B8-E4C4-58976ADD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Communicating Text/Graphics</a:t>
            </a:r>
            <a:br>
              <a:rPr lang="en-US" dirty="0"/>
            </a:br>
            <a:r>
              <a:rPr lang="en-US" dirty="0"/>
              <a:t>is </a:t>
            </a:r>
            <a:r>
              <a:rPr lang="en-US" u="sng" dirty="0"/>
              <a:t>Never</a:t>
            </a:r>
            <a:r>
              <a:rPr lang="en-US" dirty="0"/>
              <a:t> Standard Work</a:t>
            </a:r>
          </a:p>
        </p:txBody>
      </p:sp>
      <p:sp>
        <p:nvSpPr>
          <p:cNvPr id="25610" name="Date Placeholder 1">
            <a:extLst>
              <a:ext uri="{FF2B5EF4-FFF2-40B4-BE49-F238E27FC236}">
                <a16:creationId xmlns:a16="http://schemas.microsoft.com/office/drawing/2014/main" id="{7DE02D18-244E-D947-DD93-D023B4DF611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C5464E1-6B44-4BA5-A543-461618DDC766}" type="datetime1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4/20/2026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5611" name="Footer Placeholder 4">
            <a:extLst>
              <a:ext uri="{FF2B5EF4-FFF2-40B4-BE49-F238E27FC236}">
                <a16:creationId xmlns:a16="http://schemas.microsoft.com/office/drawing/2014/main" id="{9C504D52-8E8A-6877-7CE3-1BF1F1FDE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©2000-2014 Vic Uzumeri</a:t>
            </a:r>
          </a:p>
        </p:txBody>
      </p:sp>
      <p:sp>
        <p:nvSpPr>
          <p:cNvPr id="25612" name="Slide Number Placeholder 5">
            <a:extLst>
              <a:ext uri="{FF2B5EF4-FFF2-40B4-BE49-F238E27FC236}">
                <a16:creationId xmlns:a16="http://schemas.microsoft.com/office/drawing/2014/main" id="{5EFCC6A3-3AF7-A3DB-9EEF-2F16EDD2F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C658703-BF29-4E15-9640-B7D136C68891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6">
            <a:extLst>
              <a:ext uri="{FF2B5EF4-FFF2-40B4-BE49-F238E27FC236}">
                <a16:creationId xmlns:a16="http://schemas.microsoft.com/office/drawing/2014/main" id="{03ECD25A-97B6-F6B2-7DC9-C0B7C53D6B5E}"/>
              </a:ext>
            </a:extLst>
          </p:cNvPr>
          <p:cNvGrpSpPr>
            <a:grpSpLocks/>
          </p:cNvGrpSpPr>
          <p:nvPr/>
        </p:nvGrpSpPr>
        <p:grpSpPr bwMode="auto">
          <a:xfrm>
            <a:off x="1120775" y="2279650"/>
            <a:ext cx="936625" cy="628650"/>
            <a:chOff x="762000" y="3650880"/>
            <a:chExt cx="936455" cy="628643"/>
          </a:xfrm>
        </p:grpSpPr>
        <p:pic>
          <p:nvPicPr>
            <p:cNvPr id="26652" name="Picture 18" descr="German_Printer.png">
              <a:extLst>
                <a:ext uri="{FF2B5EF4-FFF2-40B4-BE49-F238E27FC236}">
                  <a16:creationId xmlns:a16="http://schemas.microsoft.com/office/drawing/2014/main" id="{213BE00D-C95F-464A-B41F-531372B87E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4" t="2536" r="32732" b="15213"/>
            <a:stretch>
              <a:fillRect/>
            </a:stretch>
          </p:blipFill>
          <p:spPr bwMode="auto">
            <a:xfrm>
              <a:off x="762000" y="3650880"/>
              <a:ext cx="936455" cy="6286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653" name="Picture 5" descr="M:\Professional Icons\ix_ap_all\48x48\shadow\check.png">
              <a:extLst>
                <a:ext uri="{FF2B5EF4-FFF2-40B4-BE49-F238E27FC236}">
                  <a16:creationId xmlns:a16="http://schemas.microsoft.com/office/drawing/2014/main" id="{5496F36F-E31A-B685-2ECC-2EE250CA37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71600" y="3657600"/>
              <a:ext cx="30480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Group 27">
            <a:extLst>
              <a:ext uri="{FF2B5EF4-FFF2-40B4-BE49-F238E27FC236}">
                <a16:creationId xmlns:a16="http://schemas.microsoft.com/office/drawing/2014/main" id="{8C43906B-1D37-165D-A2DC-F69041422E5E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2133600"/>
            <a:ext cx="1752600" cy="920750"/>
            <a:chOff x="2630903" y="3505200"/>
            <a:chExt cx="1752600" cy="920002"/>
          </a:xfrm>
        </p:grpSpPr>
        <p:pic>
          <p:nvPicPr>
            <p:cNvPr id="26650" name="Picture 19" descr="German_Printer.png">
              <a:extLst>
                <a:ext uri="{FF2B5EF4-FFF2-40B4-BE49-F238E27FC236}">
                  <a16:creationId xmlns:a16="http://schemas.microsoft.com/office/drawing/2014/main" id="{D69EF44A-1041-67B1-8C46-C963ED7279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4" t="2536" r="1364" b="2536"/>
            <a:stretch>
              <a:fillRect/>
            </a:stretch>
          </p:blipFill>
          <p:spPr bwMode="auto">
            <a:xfrm>
              <a:off x="2630903" y="3505200"/>
              <a:ext cx="1752600" cy="9200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651" name="Picture 5" descr="M:\Professional Icons\ix_ap_all\48x48\shadow\check.png">
              <a:extLst>
                <a:ext uri="{FF2B5EF4-FFF2-40B4-BE49-F238E27FC236}">
                  <a16:creationId xmlns:a16="http://schemas.microsoft.com/office/drawing/2014/main" id="{02403992-7601-917A-351D-A667962B17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05200" y="3505200"/>
              <a:ext cx="30480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" name="Group 28">
            <a:extLst>
              <a:ext uri="{FF2B5EF4-FFF2-40B4-BE49-F238E27FC236}">
                <a16:creationId xmlns:a16="http://schemas.microsoft.com/office/drawing/2014/main" id="{4EB5661E-36B0-37B0-2BF6-18980424A0B6}"/>
              </a:ext>
            </a:extLst>
          </p:cNvPr>
          <p:cNvGrpSpPr>
            <a:grpSpLocks/>
          </p:cNvGrpSpPr>
          <p:nvPr/>
        </p:nvGrpSpPr>
        <p:grpSpPr bwMode="auto">
          <a:xfrm>
            <a:off x="4876800" y="2133600"/>
            <a:ext cx="1752600" cy="920750"/>
            <a:chOff x="2630903" y="3505200"/>
            <a:chExt cx="1752600" cy="920002"/>
          </a:xfrm>
        </p:grpSpPr>
        <p:pic>
          <p:nvPicPr>
            <p:cNvPr id="26648" name="Picture 29" descr="German_Printer.png">
              <a:extLst>
                <a:ext uri="{FF2B5EF4-FFF2-40B4-BE49-F238E27FC236}">
                  <a16:creationId xmlns:a16="http://schemas.microsoft.com/office/drawing/2014/main" id="{188C080F-92C4-2324-7FF6-3485D92AC4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4" t="2536" r="1364" b="2536"/>
            <a:stretch>
              <a:fillRect/>
            </a:stretch>
          </p:blipFill>
          <p:spPr bwMode="auto">
            <a:xfrm>
              <a:off x="2630903" y="3505200"/>
              <a:ext cx="1752600" cy="9200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649" name="Picture 5" descr="M:\Professional Icons\ix_ap_all\48x48\shadow\check.png">
              <a:extLst>
                <a:ext uri="{FF2B5EF4-FFF2-40B4-BE49-F238E27FC236}">
                  <a16:creationId xmlns:a16="http://schemas.microsoft.com/office/drawing/2014/main" id="{2EA491DF-5415-8F7E-CDB1-6BE1DFDE9B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05200" y="3505200"/>
              <a:ext cx="30480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" name="Group 36">
            <a:extLst>
              <a:ext uri="{FF2B5EF4-FFF2-40B4-BE49-F238E27FC236}">
                <a16:creationId xmlns:a16="http://schemas.microsoft.com/office/drawing/2014/main" id="{9A217119-9A8E-68F4-608F-709AB7D85C95}"/>
              </a:ext>
            </a:extLst>
          </p:cNvPr>
          <p:cNvGrpSpPr>
            <a:grpSpLocks/>
          </p:cNvGrpSpPr>
          <p:nvPr/>
        </p:nvGrpSpPr>
        <p:grpSpPr bwMode="auto">
          <a:xfrm>
            <a:off x="7162800" y="2279650"/>
            <a:ext cx="936625" cy="628650"/>
            <a:chOff x="762000" y="3650880"/>
            <a:chExt cx="936455" cy="628643"/>
          </a:xfrm>
        </p:grpSpPr>
        <p:pic>
          <p:nvPicPr>
            <p:cNvPr id="26646" name="Picture 37" descr="German_Printer.png">
              <a:extLst>
                <a:ext uri="{FF2B5EF4-FFF2-40B4-BE49-F238E27FC236}">
                  <a16:creationId xmlns:a16="http://schemas.microsoft.com/office/drawing/2014/main" id="{9D2CCD1C-F933-48E0-D9E2-19AA1003A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4" t="2536" r="32732" b="15213"/>
            <a:stretch>
              <a:fillRect/>
            </a:stretch>
          </p:blipFill>
          <p:spPr bwMode="auto">
            <a:xfrm>
              <a:off x="762000" y="3650880"/>
              <a:ext cx="936455" cy="6286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647" name="Picture 5" descr="M:\Professional Icons\ix_ap_all\48x48\shadow\check.png">
              <a:extLst>
                <a:ext uri="{FF2B5EF4-FFF2-40B4-BE49-F238E27FC236}">
                  <a16:creationId xmlns:a16="http://schemas.microsoft.com/office/drawing/2014/main" id="{B83900FA-1856-EE7B-868C-E5802F8621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71600" y="3657600"/>
              <a:ext cx="30480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3947474-98CE-34AC-141B-3C091EBC14A4}"/>
              </a:ext>
            </a:extLst>
          </p:cNvPr>
          <p:cNvCxnSpPr/>
          <p:nvPr/>
        </p:nvCxnSpPr>
        <p:spPr>
          <a:xfrm flipV="1">
            <a:off x="2057400" y="2593975"/>
            <a:ext cx="5334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37AD887-226D-44F4-3920-478A5943AE43}"/>
              </a:ext>
            </a:extLst>
          </p:cNvPr>
          <p:cNvCxnSpPr/>
          <p:nvPr/>
        </p:nvCxnSpPr>
        <p:spPr>
          <a:xfrm>
            <a:off x="4343400" y="2593975"/>
            <a:ext cx="533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2178D1C-D272-175F-E342-9ACCE9A298A5}"/>
              </a:ext>
            </a:extLst>
          </p:cNvPr>
          <p:cNvCxnSpPr/>
          <p:nvPr/>
        </p:nvCxnSpPr>
        <p:spPr>
          <a:xfrm>
            <a:off x="6629400" y="2593975"/>
            <a:ext cx="5334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633" name="Picture 12" descr="C:\ipovweb\icons\scientist.png">
            <a:extLst>
              <a:ext uri="{FF2B5EF4-FFF2-40B4-BE49-F238E27FC236}">
                <a16:creationId xmlns:a16="http://schemas.microsoft.com/office/drawing/2014/main" id="{B9752592-614A-23D9-7E97-C22134BCC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316163"/>
            <a:ext cx="557213" cy="557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4" name="Picture 1" descr="users4.png">
            <a:extLst>
              <a:ext uri="{FF2B5EF4-FFF2-40B4-BE49-F238E27FC236}">
                <a16:creationId xmlns:a16="http://schemas.microsoft.com/office/drawing/2014/main" id="{04865744-6850-F5A2-D199-DF5663258D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2289175"/>
            <a:ext cx="609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52">
            <a:extLst>
              <a:ext uri="{FF2B5EF4-FFF2-40B4-BE49-F238E27FC236}">
                <a16:creationId xmlns:a16="http://schemas.microsoft.com/office/drawing/2014/main" id="{532CCF5F-C749-7A98-674F-953242E49D67}"/>
              </a:ext>
            </a:extLst>
          </p:cNvPr>
          <p:cNvGrpSpPr>
            <a:grpSpLocks/>
          </p:cNvGrpSpPr>
          <p:nvPr/>
        </p:nvGrpSpPr>
        <p:grpSpPr bwMode="auto">
          <a:xfrm>
            <a:off x="3810000" y="2292350"/>
            <a:ext cx="457200" cy="457200"/>
            <a:chOff x="1219200" y="2667000"/>
            <a:chExt cx="609600" cy="609600"/>
          </a:xfrm>
        </p:grpSpPr>
        <p:pic>
          <p:nvPicPr>
            <p:cNvPr id="26644" name="Picture 6" descr="M:\Professional Icons\ix_ap_all\48x48\shadow\delete2.png">
              <a:extLst>
                <a:ext uri="{FF2B5EF4-FFF2-40B4-BE49-F238E27FC236}">
                  <a16:creationId xmlns:a16="http://schemas.microsoft.com/office/drawing/2014/main" id="{CBE7D791-2397-4348-1914-A32923650A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9200" y="2667000"/>
              <a:ext cx="609600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645" name="TextBox 54">
              <a:extLst>
                <a:ext uri="{FF2B5EF4-FFF2-40B4-BE49-F238E27FC236}">
                  <a16:creationId xmlns:a16="http://schemas.microsoft.com/office/drawing/2014/main" id="{05A88B66-FE03-77D8-C126-E0A5C58ED4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1135" y="2787135"/>
              <a:ext cx="391560" cy="410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?</a:t>
              </a:r>
            </a:p>
          </p:txBody>
        </p:sp>
      </p:grpSp>
      <p:grpSp>
        <p:nvGrpSpPr>
          <p:cNvPr id="7" name="Group 55">
            <a:extLst>
              <a:ext uri="{FF2B5EF4-FFF2-40B4-BE49-F238E27FC236}">
                <a16:creationId xmlns:a16="http://schemas.microsoft.com/office/drawing/2014/main" id="{70DBBEED-9F4B-660F-7488-12C2F08D57CE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2292350"/>
            <a:ext cx="457200" cy="457200"/>
            <a:chOff x="1219200" y="2667000"/>
            <a:chExt cx="609600" cy="609600"/>
          </a:xfrm>
        </p:grpSpPr>
        <p:pic>
          <p:nvPicPr>
            <p:cNvPr id="26642" name="Picture 6" descr="M:\Professional Icons\ix_ap_all\48x48\shadow\delete2.png">
              <a:extLst>
                <a:ext uri="{FF2B5EF4-FFF2-40B4-BE49-F238E27FC236}">
                  <a16:creationId xmlns:a16="http://schemas.microsoft.com/office/drawing/2014/main" id="{A9F8D4D9-3088-7B67-3DE0-B9FD066E6F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9200" y="2667000"/>
              <a:ext cx="609600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643" name="TextBox 57">
              <a:extLst>
                <a:ext uri="{FF2B5EF4-FFF2-40B4-BE49-F238E27FC236}">
                  <a16:creationId xmlns:a16="http://schemas.microsoft.com/office/drawing/2014/main" id="{A548BBF5-F029-3818-EFEB-3126BA08FC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1135" y="2787135"/>
              <a:ext cx="391560" cy="410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?</a:t>
              </a:r>
            </a:p>
          </p:txBody>
        </p:sp>
      </p:grpSp>
      <p:sp>
        <p:nvSpPr>
          <p:cNvPr id="26637" name="Title 42">
            <a:extLst>
              <a:ext uri="{FF2B5EF4-FFF2-40B4-BE49-F238E27FC236}">
                <a16:creationId xmlns:a16="http://schemas.microsoft.com/office/drawing/2014/main" id="{71DE2E9D-A329-DCEE-7830-B5F9B0E47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Video </a:t>
            </a:r>
            <a:r>
              <a:rPr lang="en-US" altLang="en-US" sz="4000" u="sng"/>
              <a:t>can</a:t>
            </a:r>
            <a:r>
              <a:rPr lang="en-US" altLang="en-US" sz="4000"/>
              <a:t> be Standard Work</a:t>
            </a:r>
            <a:br>
              <a:rPr lang="en-US" altLang="en-US" sz="4000"/>
            </a:br>
            <a:r>
              <a:rPr lang="en-US" altLang="en-US" sz="2800"/>
              <a:t>(A “Shipping Container” for Knowledge)</a:t>
            </a:r>
          </a:p>
        </p:txBody>
      </p: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10B9A8E7-E002-26B3-79A1-B6FC53C8624C}"/>
              </a:ext>
            </a:extLst>
          </p:cNvPr>
          <p:cNvSpPr txBox="1">
            <a:spLocks/>
          </p:cNvSpPr>
          <p:nvPr/>
        </p:nvSpPr>
        <p:spPr bwMode="auto">
          <a:xfrm>
            <a:off x="1600200" y="3581400"/>
            <a:ext cx="70866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/>
              <a:t>Easy to pack</a:t>
            </a:r>
          </a:p>
          <a:p>
            <a:r>
              <a:rPr lang="en-US" altLang="en-US"/>
              <a:t>Easy to handle</a:t>
            </a:r>
          </a:p>
          <a:p>
            <a:r>
              <a:rPr lang="en-US" altLang="en-US"/>
              <a:t>Contents are protected</a:t>
            </a:r>
          </a:p>
          <a:p>
            <a:r>
              <a:rPr lang="en-US" altLang="en-US"/>
              <a:t>Self-validating</a:t>
            </a:r>
          </a:p>
          <a:p>
            <a:endParaRPr lang="en-US" altLang="en-US"/>
          </a:p>
        </p:txBody>
      </p:sp>
      <p:sp>
        <p:nvSpPr>
          <p:cNvPr id="26639" name="Date Placeholder 7">
            <a:extLst>
              <a:ext uri="{FF2B5EF4-FFF2-40B4-BE49-F238E27FC236}">
                <a16:creationId xmlns:a16="http://schemas.microsoft.com/office/drawing/2014/main" id="{D1A3A146-7E60-73F2-874F-8A4BF457C2E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19D55F0-2B71-436C-9737-D32CE2006FCB}" type="datetime1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4/20/2026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6640" name="Footer Placeholder 8">
            <a:extLst>
              <a:ext uri="{FF2B5EF4-FFF2-40B4-BE49-F238E27FC236}">
                <a16:creationId xmlns:a16="http://schemas.microsoft.com/office/drawing/2014/main" id="{D2EB21D2-0983-0C06-0968-2BAA7B1CC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©2000-2014 Vic Uzumeri</a:t>
            </a:r>
          </a:p>
        </p:txBody>
      </p:sp>
      <p:sp>
        <p:nvSpPr>
          <p:cNvPr id="26641" name="Slide Number Placeholder 9">
            <a:extLst>
              <a:ext uri="{FF2B5EF4-FFF2-40B4-BE49-F238E27FC236}">
                <a16:creationId xmlns:a16="http://schemas.microsoft.com/office/drawing/2014/main" id="{7579B91A-D356-18D4-F743-E1574B33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26BB03E-D97B-465D-B197-210B856527D3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3">
            <a:extLst>
              <a:ext uri="{FF2B5EF4-FFF2-40B4-BE49-F238E27FC236}">
                <a16:creationId xmlns:a16="http://schemas.microsoft.com/office/drawing/2014/main" id="{BCA009B6-6D43-B479-CAA0-84BDBBD69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Simple, Standard Capture Tools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AE32D9-D8A8-A0F9-F8FB-0531D05D20C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rtlCol="0">
            <a:normAutofit fontScale="92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err="1">
                <a:hlinkClick r:id="rId2"/>
              </a:rPr>
              <a:t>Screencast</a:t>
            </a:r>
            <a:r>
              <a:rPr lang="en-US" dirty="0">
                <a:hlinkClick r:id="rId2"/>
              </a:rPr>
              <a:t> </a:t>
            </a:r>
            <a:r>
              <a:rPr lang="en-US" dirty="0"/>
              <a:t>Software ($39)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/>
              <a:t>Make a movie of anything that can happens on a computer screen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Digital Camcorders </a:t>
            </a:r>
            <a:br>
              <a:rPr lang="en-US" dirty="0"/>
            </a:br>
            <a:r>
              <a:rPr lang="en-US" dirty="0"/>
              <a:t>($500-$1K)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/>
              <a:t>Hard drive camcorders hold hours of digital video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Smartphone ($100-$600)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/>
              <a:t>Cell-phones with high quality video cameras</a:t>
            </a:r>
          </a:p>
        </p:txBody>
      </p:sp>
      <p:pic>
        <p:nvPicPr>
          <p:cNvPr id="19461" name="Picture 2">
            <a:extLst>
              <a:ext uri="{FF2B5EF4-FFF2-40B4-BE49-F238E27FC236}">
                <a16:creationId xmlns:a16="http://schemas.microsoft.com/office/drawing/2014/main" id="{027BE951-0EF3-5722-8846-6380B241DA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3124200"/>
            <a:ext cx="18288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3" name="Date Placeholder 7">
            <a:extLst>
              <a:ext uri="{FF2B5EF4-FFF2-40B4-BE49-F238E27FC236}">
                <a16:creationId xmlns:a16="http://schemas.microsoft.com/office/drawing/2014/main" id="{87D40610-04BE-D751-5E19-09B8A4740DF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D45AB0B-584B-4857-BE0C-941F4C72771C}" type="datetime1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4/20/2026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7654" name="Slide Number Placeholder 8">
            <a:extLst>
              <a:ext uri="{FF2B5EF4-FFF2-40B4-BE49-F238E27FC236}">
                <a16:creationId xmlns:a16="http://schemas.microsoft.com/office/drawing/2014/main" id="{8CBCF765-7A44-DADE-E493-F999A6845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7A9FA80-7B40-4A56-A92E-F2136F665850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F49FF6C-B64F-C9FD-6513-B22EB8524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©2000-2014 Vic Uzumeri</a:t>
            </a:r>
          </a:p>
        </p:txBody>
      </p:sp>
      <p:pic>
        <p:nvPicPr>
          <p:cNvPr id="11" name="Picture 10" descr="fb_exporting.jpg">
            <a:hlinkClick r:id="rId2"/>
            <a:extLst>
              <a:ext uri="{FF2B5EF4-FFF2-40B4-BE49-F238E27FC236}">
                <a16:creationId xmlns:a16="http://schemas.microsoft.com/office/drawing/2014/main" id="{0FAAEEED-8FA9-16BA-0AB4-0806182805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752600"/>
            <a:ext cx="20955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7" name="Picture 1">
            <a:extLst>
              <a:ext uri="{FF2B5EF4-FFF2-40B4-BE49-F238E27FC236}">
                <a16:creationId xmlns:a16="http://schemas.microsoft.com/office/drawing/2014/main" id="{305F4E18-4390-EE51-A10F-EFABED2E6C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8225" y="4459288"/>
            <a:ext cx="234315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ACEA723C-9DCD-41DE-E188-BC64A2455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Standard </a:t>
            </a:r>
            <a:r>
              <a:rPr lang="en-US" altLang="en-US">
                <a:hlinkClick r:id="rId2"/>
              </a:rPr>
              <a:t>Document/Video Sharing</a:t>
            </a:r>
            <a:endParaRPr lang="en-US" altLang="en-US"/>
          </a:p>
        </p:txBody>
      </p:sp>
      <p:sp>
        <p:nvSpPr>
          <p:cNvPr id="28675" name="Content Placeholder 3">
            <a:extLst>
              <a:ext uri="{FF2B5EF4-FFF2-40B4-BE49-F238E27FC236}">
                <a16:creationId xmlns:a16="http://schemas.microsoft.com/office/drawing/2014/main" id="{C96ACA85-51D4-A099-2DD8-AA49C2299F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267200" cy="4525963"/>
          </a:xfrm>
        </p:spPr>
        <p:txBody>
          <a:bodyPr/>
          <a:lstStyle/>
          <a:p>
            <a:r>
              <a:rPr lang="en-US" altLang="en-US"/>
              <a:t>Upload video, documents, images, audio, files (like YouTube)</a:t>
            </a:r>
          </a:p>
          <a:p>
            <a:r>
              <a:rPr lang="en-US" altLang="en-US"/>
              <a:t>Share and organize files and materials</a:t>
            </a:r>
          </a:p>
          <a:p>
            <a:r>
              <a:rPr lang="en-US" altLang="en-US"/>
              <a:t>Notify others that new materials are available</a:t>
            </a:r>
          </a:p>
          <a:p>
            <a:r>
              <a:rPr lang="en-US" altLang="en-US"/>
              <a:t>View content or download files</a:t>
            </a:r>
          </a:p>
        </p:txBody>
      </p:sp>
      <p:pic>
        <p:nvPicPr>
          <p:cNvPr id="28676" name="Picture 3" descr="C:\Users\vic.uzumeri.IPOV\Documents\PrintScreen Files\ScreenShot005.png">
            <a:hlinkClick r:id="rId2"/>
            <a:extLst>
              <a:ext uri="{FF2B5EF4-FFF2-40B4-BE49-F238E27FC236}">
                <a16:creationId xmlns:a16="http://schemas.microsoft.com/office/drawing/2014/main" id="{264B5B62-C436-67AF-3DC9-9728FC5708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2286000"/>
            <a:ext cx="3619500" cy="263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7" name="Date Placeholder 1">
            <a:extLst>
              <a:ext uri="{FF2B5EF4-FFF2-40B4-BE49-F238E27FC236}">
                <a16:creationId xmlns:a16="http://schemas.microsoft.com/office/drawing/2014/main" id="{283D738A-9901-768B-A6D2-891F69475DA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E3F617F-5D53-490F-A859-3696EEF0A615}" type="datetime1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4/20/2026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8678" name="Footer Placeholder 2">
            <a:extLst>
              <a:ext uri="{FF2B5EF4-FFF2-40B4-BE49-F238E27FC236}">
                <a16:creationId xmlns:a16="http://schemas.microsoft.com/office/drawing/2014/main" id="{7BAB545B-7782-5A69-9F38-926344E20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©2000-2014 Vic Uzumeri</a:t>
            </a:r>
          </a:p>
        </p:txBody>
      </p:sp>
      <p:sp>
        <p:nvSpPr>
          <p:cNvPr id="28679" name="Slide Number Placeholder 3">
            <a:extLst>
              <a:ext uri="{FF2B5EF4-FFF2-40B4-BE49-F238E27FC236}">
                <a16:creationId xmlns:a16="http://schemas.microsoft.com/office/drawing/2014/main" id="{8F962FE8-AF13-D88F-0CAC-A924B7259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3697A69-D58E-45EF-8167-B56C6D42B796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8285EDC9-916F-7273-077B-59D7B1039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hlinkClick r:id="rId2"/>
              </a:rPr>
              <a:t>Standard Transformations</a:t>
            </a:r>
            <a:endParaRPr lang="en-US" altLang="en-US"/>
          </a:p>
        </p:txBody>
      </p:sp>
      <p:pic>
        <p:nvPicPr>
          <p:cNvPr id="29699" name="Picture 3" descr="C:\Users\vic.uzumeri.IPOV\Documents\PrintScreen Files\ScreenShot004.png">
            <a:extLst>
              <a:ext uri="{FF2B5EF4-FFF2-40B4-BE49-F238E27FC236}">
                <a16:creationId xmlns:a16="http://schemas.microsoft.com/office/drawing/2014/main" id="{DE171BC6-B654-C5CA-1D6E-776190E54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908550"/>
            <a:ext cx="6096000" cy="172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0" name="Picture 4" descr="C:\Users\vic.uzumeri.IPOV\Documents\PrintScreen Files\ScreenShot003.png">
            <a:extLst>
              <a:ext uri="{FF2B5EF4-FFF2-40B4-BE49-F238E27FC236}">
                <a16:creationId xmlns:a16="http://schemas.microsoft.com/office/drawing/2014/main" id="{5D43034B-4D59-5E29-ADA8-4BB7EBBBB1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1938" y="3148013"/>
            <a:ext cx="6080125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1" name="Picture 5" descr="C:\Users\vic.uzumeri.IPOV\Documents\PrintScreen Files\ScreenShot002.png">
            <a:extLst>
              <a:ext uri="{FF2B5EF4-FFF2-40B4-BE49-F238E27FC236}">
                <a16:creationId xmlns:a16="http://schemas.microsoft.com/office/drawing/2014/main" id="{DE2A6D71-639C-963F-CCB9-CEB2B2D609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1938" y="1371600"/>
            <a:ext cx="6080125" cy="172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2" name="Rectangle 7">
            <a:hlinkClick r:id="rId6" action="ppaction://hlinkfile"/>
            <a:extLst>
              <a:ext uri="{FF2B5EF4-FFF2-40B4-BE49-F238E27FC236}">
                <a16:creationId xmlns:a16="http://schemas.microsoft.com/office/drawing/2014/main" id="{BBDEEA66-D7AC-BBA0-6B63-748514173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1447800"/>
            <a:ext cx="28956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9703" name="Rectangle 8">
            <a:hlinkClick r:id="rId7" action="ppaction://hlinkfile"/>
            <a:extLst>
              <a:ext uri="{FF2B5EF4-FFF2-40B4-BE49-F238E27FC236}">
                <a16:creationId xmlns:a16="http://schemas.microsoft.com/office/drawing/2014/main" id="{8271ED94-447F-F660-2516-D6E61220BB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1447800"/>
            <a:ext cx="28956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9704" name="Rectangle 9">
            <a:hlinkClick r:id="rId8" action="ppaction://hlinkfile"/>
            <a:extLst>
              <a:ext uri="{FF2B5EF4-FFF2-40B4-BE49-F238E27FC236}">
                <a16:creationId xmlns:a16="http://schemas.microsoft.com/office/drawing/2014/main" id="{6929913F-753B-15BD-627A-9EFA7F6663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3200400"/>
            <a:ext cx="28956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9705" name="Rectangle 10">
            <a:hlinkClick r:id="rId9" action="ppaction://hlinkfile"/>
            <a:extLst>
              <a:ext uri="{FF2B5EF4-FFF2-40B4-BE49-F238E27FC236}">
                <a16:creationId xmlns:a16="http://schemas.microsoft.com/office/drawing/2014/main" id="{60687129-189D-E6A6-0501-EAC0BFD6F8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4953000"/>
            <a:ext cx="28956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9706" name="Rectangle 11">
            <a:hlinkClick r:id="rId10" action="ppaction://hlinkfile"/>
            <a:extLst>
              <a:ext uri="{FF2B5EF4-FFF2-40B4-BE49-F238E27FC236}">
                <a16:creationId xmlns:a16="http://schemas.microsoft.com/office/drawing/2014/main" id="{15EF430B-DAFA-EE55-3003-4643637474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3200400"/>
            <a:ext cx="28956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9707" name="Rectangle 12">
            <a:hlinkClick r:id="rId11" action="ppaction://hlinkfile"/>
            <a:extLst>
              <a:ext uri="{FF2B5EF4-FFF2-40B4-BE49-F238E27FC236}">
                <a16:creationId xmlns:a16="http://schemas.microsoft.com/office/drawing/2014/main" id="{626146BA-B70A-59FB-F5F3-8ADE68817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4953000"/>
            <a:ext cx="28956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9708" name="Date Placeholder 1">
            <a:extLst>
              <a:ext uri="{FF2B5EF4-FFF2-40B4-BE49-F238E27FC236}">
                <a16:creationId xmlns:a16="http://schemas.microsoft.com/office/drawing/2014/main" id="{7BA8B47F-FD75-36BA-941D-2BCD2EA3BC9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1A8FD85-264B-4EE5-9938-317E97D24188}" type="datetime1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4/20/2026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9709" name="Footer Placeholder 2">
            <a:extLst>
              <a:ext uri="{FF2B5EF4-FFF2-40B4-BE49-F238E27FC236}">
                <a16:creationId xmlns:a16="http://schemas.microsoft.com/office/drawing/2014/main" id="{639BF7E9-6A06-0BD9-9D8A-812FF6D0C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©2000-2014 Vic Uzumeri</a:t>
            </a:r>
          </a:p>
        </p:txBody>
      </p:sp>
      <p:sp>
        <p:nvSpPr>
          <p:cNvPr id="29710" name="Slide Number Placeholder 3">
            <a:extLst>
              <a:ext uri="{FF2B5EF4-FFF2-40B4-BE49-F238E27FC236}">
                <a16:creationId xmlns:a16="http://schemas.microsoft.com/office/drawing/2014/main" id="{CA253C31-AA14-C912-1C27-9983F4E0F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4878054-9D57-410A-BAEB-8F1BE41C9F62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BC3A1863-9407-7667-073A-385728DEE7F6}"/>
              </a:ext>
            </a:extLst>
          </p:cNvPr>
          <p:cNvSpPr/>
          <p:nvPr/>
        </p:nvSpPr>
        <p:spPr bwMode="auto">
          <a:xfrm>
            <a:off x="2590800" y="1752600"/>
            <a:ext cx="5867400" cy="426085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grpSp>
        <p:nvGrpSpPr>
          <p:cNvPr id="2" name="Group 73">
            <a:extLst>
              <a:ext uri="{FF2B5EF4-FFF2-40B4-BE49-F238E27FC236}">
                <a16:creationId xmlns:a16="http://schemas.microsoft.com/office/drawing/2014/main" id="{F182F785-C0F2-1271-4306-C4D1C27B9719}"/>
              </a:ext>
            </a:extLst>
          </p:cNvPr>
          <p:cNvGrpSpPr>
            <a:grpSpLocks/>
          </p:cNvGrpSpPr>
          <p:nvPr/>
        </p:nvGrpSpPr>
        <p:grpSpPr bwMode="auto">
          <a:xfrm>
            <a:off x="2882900" y="2120900"/>
            <a:ext cx="1219200" cy="1219200"/>
            <a:chOff x="2819400" y="4419600"/>
            <a:chExt cx="1219200" cy="1219200"/>
          </a:xfrm>
        </p:grpSpPr>
        <p:pic>
          <p:nvPicPr>
            <p:cNvPr id="30762" name="Picture 17" descr="M:\Professional Icons\ix_ap_all\48x48\shadow\folder.png">
              <a:extLst>
                <a:ext uri="{FF2B5EF4-FFF2-40B4-BE49-F238E27FC236}">
                  <a16:creationId xmlns:a16="http://schemas.microsoft.com/office/drawing/2014/main" id="{415A60F8-5E5A-32F2-FD10-56D62F30AC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19400" y="4419600"/>
              <a:ext cx="1219200" cy="1219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763" name="Picture 67" descr="fvpc_screen.png">
              <a:extLst>
                <a:ext uri="{FF2B5EF4-FFF2-40B4-BE49-F238E27FC236}">
                  <a16:creationId xmlns:a16="http://schemas.microsoft.com/office/drawing/2014/main" id="{2F5025B0-F3E9-7445-A6E7-383300840D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560" r="32431" b="8560"/>
            <a:stretch>
              <a:fillRect/>
            </a:stretch>
          </p:blipFill>
          <p:spPr bwMode="auto">
            <a:xfrm>
              <a:off x="3200400" y="4724400"/>
              <a:ext cx="609600" cy="4720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3317" name="Picture 10" descr="M:\Professional Icons\ix_ap_all\48x48\shadow\document_dirty.png">
            <a:extLst>
              <a:ext uri="{FF2B5EF4-FFF2-40B4-BE49-F238E27FC236}">
                <a16:creationId xmlns:a16="http://schemas.microsoft.com/office/drawing/2014/main" id="{B4C31692-36DE-7EBB-6E8E-59D0F4874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377825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8" name="Picture 3" descr="M:\Professional Icons\ix_ap_all\48x48\shadow\document_ok.png">
            <a:extLst>
              <a:ext uri="{FF2B5EF4-FFF2-40B4-BE49-F238E27FC236}">
                <a16:creationId xmlns:a16="http://schemas.microsoft.com/office/drawing/2014/main" id="{07D9552E-FCA8-4B41-58F1-A06D600E3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2700" y="4646613"/>
            <a:ext cx="617538" cy="61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33">
            <a:extLst>
              <a:ext uri="{FF2B5EF4-FFF2-40B4-BE49-F238E27FC236}">
                <a16:creationId xmlns:a16="http://schemas.microsoft.com/office/drawing/2014/main" id="{B8B4C110-8869-6A3F-8422-9C9201A1F30E}"/>
              </a:ext>
            </a:extLst>
          </p:cNvPr>
          <p:cNvGrpSpPr>
            <a:grpSpLocks/>
          </p:cNvGrpSpPr>
          <p:nvPr/>
        </p:nvGrpSpPr>
        <p:grpSpPr bwMode="auto">
          <a:xfrm>
            <a:off x="3111500" y="4794250"/>
            <a:ext cx="685800" cy="838200"/>
            <a:chOff x="2438400" y="2971800"/>
            <a:chExt cx="685800" cy="838200"/>
          </a:xfrm>
        </p:grpSpPr>
        <p:pic>
          <p:nvPicPr>
            <p:cNvPr id="30759" name="Picture 12" descr="M:\Professional Icons\ix_ap_all\48x48\shadow\garbage_full.png">
              <a:extLst>
                <a:ext uri="{FF2B5EF4-FFF2-40B4-BE49-F238E27FC236}">
                  <a16:creationId xmlns:a16="http://schemas.microsoft.com/office/drawing/2014/main" id="{C2EB9857-F248-F8C4-8D6D-135ADE12DB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38400" y="3124200"/>
              <a:ext cx="685800" cy="685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760" name="Picture 3" descr="M:\Professional Icons\ix_op_all\48x48\shadow\loudspeaker.png">
              <a:extLst>
                <a:ext uri="{FF2B5EF4-FFF2-40B4-BE49-F238E27FC236}">
                  <a16:creationId xmlns:a16="http://schemas.microsoft.com/office/drawing/2014/main" id="{26D60F9C-85E5-9CBC-62BB-E5937C60F3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4600" y="2971800"/>
              <a:ext cx="3810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761" name="Picture 6" descr="M:\Professional Icons\ix_ap_all\48x48\shadow\delete2.png">
              <a:extLst>
                <a:ext uri="{FF2B5EF4-FFF2-40B4-BE49-F238E27FC236}">
                  <a16:creationId xmlns:a16="http://schemas.microsoft.com/office/drawing/2014/main" id="{51F7D39D-5E24-AF40-38CD-EA92C0C5AA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0800" y="3048000"/>
              <a:ext cx="30480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75077C66-1D9F-BE4A-0D56-4A8F0163164A}"/>
              </a:ext>
            </a:extLst>
          </p:cNvPr>
          <p:cNvCxnSpPr/>
          <p:nvPr/>
        </p:nvCxnSpPr>
        <p:spPr>
          <a:xfrm rot="16200000" flipH="1">
            <a:off x="2542381" y="3958432"/>
            <a:ext cx="1666875" cy="4762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22" name="Picture 16" descr="M:\Professional Icons\ix_op_all\48x48\shadow\microphone1.png">
            <a:extLst>
              <a:ext uri="{FF2B5EF4-FFF2-40B4-BE49-F238E27FC236}">
                <a16:creationId xmlns:a16="http://schemas.microsoft.com/office/drawing/2014/main" id="{1053A1D0-B9B3-9D6C-0723-F00DA825C9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0463" y="3732213"/>
            <a:ext cx="617537" cy="61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34" name="Picture 18" descr="fvpc_screen.png">
            <a:extLst>
              <a:ext uri="{FF2B5EF4-FFF2-40B4-BE49-F238E27FC236}">
                <a16:creationId xmlns:a16="http://schemas.microsoft.com/office/drawing/2014/main" id="{F62EC844-A42F-5AC9-3DAE-A0B7ADD320F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6700" y="2198688"/>
            <a:ext cx="16891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35" name="Picture 4" descr="M:\Professional Icons\ix_ap_all\48x48\shadow\check2.png">
            <a:extLst>
              <a:ext uri="{FF2B5EF4-FFF2-40B4-BE49-F238E27FC236}">
                <a16:creationId xmlns:a16="http://schemas.microsoft.com/office/drawing/2014/main" id="{8DBD4F02-2E09-029A-083D-D7BE13455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lum brigh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5300" y="2503488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36" name="Picture 4" descr="M:\Professional Icons\ix_ap_all\48x48\shadow\check2.png">
            <a:extLst>
              <a:ext uri="{FF2B5EF4-FFF2-40B4-BE49-F238E27FC236}">
                <a16:creationId xmlns:a16="http://schemas.microsoft.com/office/drawing/2014/main" id="{70627A9D-1802-0A59-ED00-13981BEC7A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8300" y="26558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41">
            <a:extLst>
              <a:ext uri="{FF2B5EF4-FFF2-40B4-BE49-F238E27FC236}">
                <a16:creationId xmlns:a16="http://schemas.microsoft.com/office/drawing/2014/main" id="{5B72BC7E-C76B-0A31-C953-6477C667509A}"/>
              </a:ext>
            </a:extLst>
          </p:cNvPr>
          <p:cNvGrpSpPr>
            <a:grpSpLocks/>
          </p:cNvGrpSpPr>
          <p:nvPr/>
        </p:nvGrpSpPr>
        <p:grpSpPr bwMode="auto">
          <a:xfrm>
            <a:off x="7378700" y="3036888"/>
            <a:ext cx="381000" cy="381000"/>
            <a:chOff x="7391400" y="3200400"/>
            <a:chExt cx="381000" cy="381000"/>
          </a:xfrm>
        </p:grpSpPr>
        <p:pic>
          <p:nvPicPr>
            <p:cNvPr id="30757" name="Picture 3" descr="M:\Professional Icons\ix_op_all\48x48\shadow\loudspeaker.png">
              <a:extLst>
                <a:ext uri="{FF2B5EF4-FFF2-40B4-BE49-F238E27FC236}">
                  <a16:creationId xmlns:a16="http://schemas.microsoft.com/office/drawing/2014/main" id="{8C89F8DD-A699-FBA0-50D1-34A3A8EFD1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91400" y="3200400"/>
              <a:ext cx="3810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758" name="Picture 4" descr="M:\Professional Icons\ix_ap_all\48x48\shadow\check2.png">
              <a:extLst>
                <a:ext uri="{FF2B5EF4-FFF2-40B4-BE49-F238E27FC236}">
                  <a16:creationId xmlns:a16="http://schemas.microsoft.com/office/drawing/2014/main" id="{62E2ADF1-10C3-C135-99CE-51F9DA054D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lum brigh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67600" y="3276600"/>
              <a:ext cx="30480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1A2C8B08-1AD6-7C9D-4DFC-62623124B4E2}"/>
              </a:ext>
            </a:extLst>
          </p:cNvPr>
          <p:cNvCxnSpPr/>
          <p:nvPr/>
        </p:nvCxnSpPr>
        <p:spPr>
          <a:xfrm flipV="1">
            <a:off x="6858000" y="3417888"/>
            <a:ext cx="749300" cy="62230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85635C40-4DFD-4FE6-7A18-9A5D9B2E0D28}"/>
              </a:ext>
            </a:extLst>
          </p:cNvPr>
          <p:cNvCxnSpPr/>
          <p:nvPr/>
        </p:nvCxnSpPr>
        <p:spPr>
          <a:xfrm rot="5400000" flipH="1" flipV="1">
            <a:off x="5517356" y="3923507"/>
            <a:ext cx="606425" cy="839788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hape 48">
            <a:extLst>
              <a:ext uri="{FF2B5EF4-FFF2-40B4-BE49-F238E27FC236}">
                <a16:creationId xmlns:a16="http://schemas.microsoft.com/office/drawing/2014/main" id="{840D6A49-D73E-470F-F95F-2C946E9F661C}"/>
              </a:ext>
            </a:extLst>
          </p:cNvPr>
          <p:cNvCxnSpPr/>
          <p:nvPr/>
        </p:nvCxnSpPr>
        <p:spPr>
          <a:xfrm flipV="1">
            <a:off x="5710238" y="2960688"/>
            <a:ext cx="2430462" cy="199390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B99A28C6-8773-6DC0-BE85-AAD7073DAFDF}"/>
              </a:ext>
            </a:extLst>
          </p:cNvPr>
          <p:cNvCxnSpPr/>
          <p:nvPr/>
        </p:nvCxnSpPr>
        <p:spPr>
          <a:xfrm>
            <a:off x="4102100" y="2730500"/>
            <a:ext cx="2514600" cy="1588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1A20F80F-EDE6-D5F0-1FBC-188A7F34507D}"/>
              </a:ext>
            </a:extLst>
          </p:cNvPr>
          <p:cNvCxnSpPr/>
          <p:nvPr/>
        </p:nvCxnSpPr>
        <p:spPr>
          <a:xfrm>
            <a:off x="3546475" y="2954338"/>
            <a:ext cx="644525" cy="1090612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241FCAB5-AB16-6ECC-CEF6-C0ADC1A9E81A}"/>
              </a:ext>
            </a:extLst>
          </p:cNvPr>
          <p:cNvCxnSpPr/>
          <p:nvPr/>
        </p:nvCxnSpPr>
        <p:spPr>
          <a:xfrm>
            <a:off x="4724400" y="4044950"/>
            <a:ext cx="368300" cy="909638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30" name="Picture 3" descr="M:\Professional Icons\ix_op_all\48x48\shadow\loudspeaker.png">
            <a:extLst>
              <a:ext uri="{FF2B5EF4-FFF2-40B4-BE49-F238E27FC236}">
                <a16:creationId xmlns:a16="http://schemas.microsoft.com/office/drawing/2014/main" id="{2FB2D6FD-A082-79F4-BC05-F778D255B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2781300"/>
            <a:ext cx="346075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9" name="Elbow Connector 88">
            <a:extLst>
              <a:ext uri="{FF2B5EF4-FFF2-40B4-BE49-F238E27FC236}">
                <a16:creationId xmlns:a16="http://schemas.microsoft.com/office/drawing/2014/main" id="{CE880B1B-0FCF-72E6-5D3C-F0183CB069EA}"/>
              </a:ext>
            </a:extLst>
          </p:cNvPr>
          <p:cNvCxnSpPr/>
          <p:nvPr/>
        </p:nvCxnSpPr>
        <p:spPr>
          <a:xfrm flipV="1">
            <a:off x="1941513" y="2730500"/>
            <a:ext cx="941387" cy="1588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32" name="TextBox 96">
            <a:extLst>
              <a:ext uri="{FF2B5EF4-FFF2-40B4-BE49-F238E27FC236}">
                <a16:creationId xmlns:a16="http://schemas.microsoft.com/office/drawing/2014/main" id="{58F6627B-4636-BF54-576B-612660399E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5632450"/>
            <a:ext cx="736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="1">
                <a:latin typeface="Arial" panose="020B0604020202020204" pitchFamily="34" charset="0"/>
              </a:rPr>
              <a:t>POV</a:t>
            </a:r>
          </a:p>
        </p:txBody>
      </p:sp>
      <p:pic>
        <p:nvPicPr>
          <p:cNvPr id="98" name="Picture 97" descr="user1.png">
            <a:extLst>
              <a:ext uri="{FF2B5EF4-FFF2-40B4-BE49-F238E27FC236}">
                <a16:creationId xmlns:a16="http://schemas.microsoft.com/office/drawing/2014/main" id="{9AFAC9DC-8832-BBDF-D0AC-673752461D2C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4267200" y="5105400"/>
            <a:ext cx="609954" cy="609954"/>
          </a:xfrm>
          <a:prstGeom prst="rect">
            <a:avLst/>
          </a:prstGeom>
          <a:noFill/>
          <a:ln>
            <a:noFill/>
          </a:ln>
        </p:spPr>
      </p:pic>
      <p:sp>
        <p:nvSpPr>
          <p:cNvPr id="30743" name="Title 40">
            <a:extLst>
              <a:ext uri="{FF2B5EF4-FFF2-40B4-BE49-F238E27FC236}">
                <a16:creationId xmlns:a16="http://schemas.microsoft.com/office/drawing/2014/main" id="{E4D191AF-5A29-E98A-034A-8937CCC7D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e.g., </a:t>
            </a:r>
            <a:r>
              <a:rPr lang="en-US" altLang="en-US">
                <a:hlinkClick r:id="rId13"/>
              </a:rPr>
              <a:t>Restatement</a:t>
            </a:r>
            <a:endParaRPr lang="en-US" altLang="en-US"/>
          </a:p>
        </p:txBody>
      </p:sp>
      <p:grpSp>
        <p:nvGrpSpPr>
          <p:cNvPr id="30744" name="Group 51">
            <a:extLst>
              <a:ext uri="{FF2B5EF4-FFF2-40B4-BE49-F238E27FC236}">
                <a16:creationId xmlns:a16="http://schemas.microsoft.com/office/drawing/2014/main" id="{C3A6B866-0B5E-8B26-49E5-52C8AE7AA6AC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3276600"/>
            <a:ext cx="609600" cy="1371600"/>
            <a:chOff x="304800" y="3276600"/>
            <a:chExt cx="609600" cy="1371600"/>
          </a:xfrm>
        </p:grpSpPr>
        <p:pic>
          <p:nvPicPr>
            <p:cNvPr id="30755" name="Picture 15" descr="user1.png">
              <a:extLst>
                <a:ext uri="{FF2B5EF4-FFF2-40B4-BE49-F238E27FC236}">
                  <a16:creationId xmlns:a16="http://schemas.microsoft.com/office/drawing/2014/main" id="{E47C62E5-822A-65ED-5E81-0AF1AEA63F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800" y="3276600"/>
              <a:ext cx="609600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756" name="Picture 43" descr="cube_molecule_transparent (png)">
              <a:extLst>
                <a:ext uri="{FF2B5EF4-FFF2-40B4-BE49-F238E27FC236}">
                  <a16:creationId xmlns:a16="http://schemas.microsoft.com/office/drawing/2014/main" id="{5AB1952D-3102-A3B3-89D0-23AB38348D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800" y="4038600"/>
              <a:ext cx="609600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0745" name="Group 50">
            <a:extLst>
              <a:ext uri="{FF2B5EF4-FFF2-40B4-BE49-F238E27FC236}">
                <a16:creationId xmlns:a16="http://schemas.microsoft.com/office/drawing/2014/main" id="{9495B07B-5095-AE5E-36AA-1A05767EB119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1828800"/>
            <a:ext cx="1371600" cy="4167188"/>
            <a:chOff x="914400" y="1828800"/>
            <a:chExt cx="1371600" cy="4167891"/>
          </a:xfrm>
        </p:grpSpPr>
        <p:sp>
          <p:nvSpPr>
            <p:cNvPr id="30749" name="TextBox 24">
              <a:extLst>
                <a:ext uri="{FF2B5EF4-FFF2-40B4-BE49-F238E27FC236}">
                  <a16:creationId xmlns:a16="http://schemas.microsoft.com/office/drawing/2014/main" id="{9F40A135-6D7B-EC7A-69EE-421F09D771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4400" y="3733800"/>
              <a:ext cx="319088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+</a:t>
              </a:r>
            </a:p>
          </p:txBody>
        </p:sp>
        <p:pic>
          <p:nvPicPr>
            <p:cNvPr id="30750" name="Picture 2">
              <a:extLst>
                <a:ext uri="{FF2B5EF4-FFF2-40B4-BE49-F238E27FC236}">
                  <a16:creationId xmlns:a16="http://schemas.microsoft.com/office/drawing/2014/main" id="{09998DBF-5466-E4BE-0001-4BD05A0BFC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71600" y="2819400"/>
              <a:ext cx="762000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751" name="Picture 68" descr="docstructure">
              <a:extLst>
                <a:ext uri="{FF2B5EF4-FFF2-40B4-BE49-F238E27FC236}">
                  <a16:creationId xmlns:a16="http://schemas.microsoft.com/office/drawing/2014/main" id="{509773B5-7A80-0B40-9B4F-FF78B13AC5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5400" y="3581696"/>
              <a:ext cx="838200" cy="611291"/>
            </a:xfrm>
            <a:prstGeom prst="rect">
              <a:avLst/>
            </a:prstGeom>
            <a:noFill/>
            <a:ln w="317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" name="Picture 30" descr="C:\Documents and Settings\vic.uzumeri.IPOV\Desktop\Kiosk Work\Finished Siemens\how to add video copy.png">
              <a:extLst>
                <a:ext uri="{FF2B5EF4-FFF2-40B4-BE49-F238E27FC236}">
                  <a16:creationId xmlns:a16="http://schemas.microsoft.com/office/drawing/2014/main" id="{2BD7B262-C915-6BA2-EEA2-F2CD27CA67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/>
            <a:srcRect/>
            <a:stretch>
              <a:fillRect/>
            </a:stretch>
          </p:blipFill>
          <p:spPr bwMode="auto">
            <a:xfrm>
              <a:off x="1295400" y="4420037"/>
              <a:ext cx="838200" cy="6478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50800" dist="101600" dir="2700000" algn="tl" rotWithShape="0">
                <a:prstClr val="black">
                  <a:alpha val="26000"/>
                </a:prstClr>
              </a:outerShdw>
            </a:effectLst>
          </p:spPr>
        </p:pic>
        <p:pic>
          <p:nvPicPr>
            <p:cNvPr id="30753" name="Picture 3">
              <a:extLst>
                <a:ext uri="{FF2B5EF4-FFF2-40B4-BE49-F238E27FC236}">
                  <a16:creationId xmlns:a16="http://schemas.microsoft.com/office/drawing/2014/main" id="{89CA6B05-FF00-AA48-244C-AFF150E732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5400" y="1828800"/>
              <a:ext cx="990600" cy="990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754" name="Picture 41">
              <a:extLst>
                <a:ext uri="{FF2B5EF4-FFF2-40B4-BE49-F238E27FC236}">
                  <a16:creationId xmlns:a16="http://schemas.microsoft.com/office/drawing/2014/main" id="{3CD759A8-7865-7A05-1D64-3EFCDD49BF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9200" y="5257801"/>
              <a:ext cx="990600" cy="7388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172" name="Footer Placeholder 44">
            <a:extLst>
              <a:ext uri="{FF2B5EF4-FFF2-40B4-BE49-F238E27FC236}">
                <a16:creationId xmlns:a16="http://schemas.microsoft.com/office/drawing/2014/main" id="{D8162E8B-994A-38CF-0C5E-EBB646CB6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rtlCol="0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©2000-2014 Vic Uzumeri</a:t>
            </a:r>
            <a:endParaRPr lang="en-US" dirty="0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30747" name="Date Placeholder 4">
            <a:extLst>
              <a:ext uri="{FF2B5EF4-FFF2-40B4-BE49-F238E27FC236}">
                <a16:creationId xmlns:a16="http://schemas.microsoft.com/office/drawing/2014/main" id="{2D38F00D-6693-FB46-B4FC-2E2E0A834FA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A4F32DA-2567-4903-9D05-174917FB788C}" type="datetime1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4/20/2026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30748" name="Slide Number Placeholder 5">
            <a:extLst>
              <a:ext uri="{FF2B5EF4-FFF2-40B4-BE49-F238E27FC236}">
                <a16:creationId xmlns:a16="http://schemas.microsoft.com/office/drawing/2014/main" id="{08FB1F8E-76E8-FFBB-BE12-32152360F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20CC9B7-2DCD-4D5C-97CD-3BD561CE7A5B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1333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54AD930E-A75B-A68B-4292-5255F0001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Standard Tools</a:t>
            </a:r>
            <a:br>
              <a:rPr lang="en-US" altLang="en-US"/>
            </a:br>
            <a:r>
              <a:rPr lang="en-US" altLang="en-US" sz="2400"/>
              <a:t>(for restatement and translation)</a:t>
            </a:r>
          </a:p>
        </p:txBody>
      </p:sp>
      <p:sp>
        <p:nvSpPr>
          <p:cNvPr id="26628" name="Content Placeholder 7">
            <a:extLst>
              <a:ext uri="{FF2B5EF4-FFF2-40B4-BE49-F238E27FC236}">
                <a16:creationId xmlns:a16="http://schemas.microsoft.com/office/drawing/2014/main" id="{813AEC63-46A1-D0FA-CE66-2F6FD6D9588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600"/>
              <a:t>Transcribe subtitles on server via the Internet</a:t>
            </a:r>
          </a:p>
          <a:p>
            <a:pPr>
              <a:lnSpc>
                <a:spcPct val="80000"/>
              </a:lnSpc>
            </a:pPr>
            <a:r>
              <a:rPr lang="en-US" altLang="en-US" sz="2600"/>
              <a:t>Synchronize subtitles with audio and video</a:t>
            </a:r>
          </a:p>
          <a:p>
            <a:pPr>
              <a:lnSpc>
                <a:spcPct val="80000"/>
              </a:lnSpc>
            </a:pPr>
            <a:r>
              <a:rPr lang="en-US" altLang="en-US" sz="2600"/>
              <a:t>Multilingual</a:t>
            </a:r>
          </a:p>
          <a:p>
            <a:pPr>
              <a:lnSpc>
                <a:spcPct val="80000"/>
              </a:lnSpc>
            </a:pPr>
            <a:r>
              <a:rPr lang="en-US" altLang="en-US" sz="2600"/>
              <a:t>Teleprompter for voiceover</a:t>
            </a:r>
          </a:p>
          <a:p>
            <a:pPr>
              <a:lnSpc>
                <a:spcPct val="80000"/>
              </a:lnSpc>
            </a:pPr>
            <a:r>
              <a:rPr lang="en-US" altLang="en-US" sz="2600"/>
              <a:t>Voice recorder captures audio of new voice</a:t>
            </a:r>
          </a:p>
          <a:p>
            <a:pPr>
              <a:lnSpc>
                <a:spcPct val="80000"/>
              </a:lnSpc>
            </a:pPr>
            <a:r>
              <a:rPr lang="en-US" altLang="en-US" sz="2600"/>
              <a:t>Record, scroll back to mistake, resume – until finished</a:t>
            </a:r>
          </a:p>
          <a:p>
            <a:pPr>
              <a:lnSpc>
                <a:spcPct val="80000"/>
              </a:lnSpc>
            </a:pPr>
            <a:endParaRPr lang="en-US" altLang="en-US" sz="2600"/>
          </a:p>
        </p:txBody>
      </p:sp>
      <p:sp>
        <p:nvSpPr>
          <p:cNvPr id="31748" name="Date Placeholder 4">
            <a:extLst>
              <a:ext uri="{FF2B5EF4-FFF2-40B4-BE49-F238E27FC236}">
                <a16:creationId xmlns:a16="http://schemas.microsoft.com/office/drawing/2014/main" id="{43062BF2-6BAA-A220-5DF4-D6E34F4FF11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3562D2C-F269-492F-BC81-03CEB5DCD1D2}" type="datetime1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4/20/2026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6F697-3A58-071A-8B2A-C8241C32F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©2000-2014 Vic Uzumeri</a:t>
            </a:r>
            <a:endParaRPr lang="en-US" dirty="0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31750" name="Slide Number Placeholder 6">
            <a:extLst>
              <a:ext uri="{FF2B5EF4-FFF2-40B4-BE49-F238E27FC236}">
                <a16:creationId xmlns:a16="http://schemas.microsoft.com/office/drawing/2014/main" id="{1A1A3E66-E068-024A-06CF-866BCBD0E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5DAEADD-68A7-4D1E-B1E8-1CF32A5219BD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31751" name="Picture 10" descr="C:\Users\vic.uzumeri.IPOV\Documents\PrintScreen Files\ScreenShot001.png">
            <a:extLst>
              <a:ext uri="{FF2B5EF4-FFF2-40B4-BE49-F238E27FC236}">
                <a16:creationId xmlns:a16="http://schemas.microsoft.com/office/drawing/2014/main" id="{BA76BE91-0530-617A-5B60-31BCE6F47C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97113"/>
            <a:ext cx="4114800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2" name="TextBox 10">
            <a:extLst>
              <a:ext uri="{FF2B5EF4-FFF2-40B4-BE49-F238E27FC236}">
                <a16:creationId xmlns:a16="http://schemas.microsoft.com/office/drawing/2014/main" id="{9762919A-CCFC-7F8D-408C-2D88B32CC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3413" y="4876800"/>
            <a:ext cx="1222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i="1">
                <a:latin typeface="Arial" panose="020B0604020202020204" pitchFamily="34" charset="0"/>
              </a:rPr>
              <a:t>Screenshot</a:t>
            </a:r>
          </a:p>
        </p:txBody>
      </p:sp>
      <p:sp>
        <p:nvSpPr>
          <p:cNvPr id="31753" name="Rectangle 11">
            <a:extLst>
              <a:ext uri="{FF2B5EF4-FFF2-40B4-BE49-F238E27FC236}">
                <a16:creationId xmlns:a16="http://schemas.microsoft.com/office/drawing/2014/main" id="{D17A2EFA-2289-89FA-47CE-7D68E0766C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1828800"/>
            <a:ext cx="2133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Desktop.iPOV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8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F297CC00-67D6-0718-91DC-6EA4F0595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Lean, Modular Processing System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9A5730-FFF8-F8C9-A685-2C33BEF0273E}"/>
              </a:ext>
            </a:extLst>
          </p:cNvPr>
          <p:cNvSpPr/>
          <p:nvPr/>
        </p:nvSpPr>
        <p:spPr>
          <a:xfrm>
            <a:off x="304800" y="1600200"/>
            <a:ext cx="1981200" cy="152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Ctr="1"/>
          <a:lstStyle/>
          <a:p>
            <a:pPr algn="ctr" eaLnBrk="1" hangingPunct="1">
              <a:defRPr/>
            </a:pPr>
            <a:r>
              <a:rPr lang="en-US" dirty="0"/>
              <a:t>Video Capture</a:t>
            </a:r>
          </a:p>
          <a:p>
            <a:pPr algn="ctr" eaLnBrk="1" hangingPunct="1">
              <a:defRPr/>
            </a:pPr>
            <a:r>
              <a:rPr lang="en-US" dirty="0"/>
              <a:t>Techniques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AB2CF1-0CC7-2C05-154B-C157CE536487}"/>
              </a:ext>
            </a:extLst>
          </p:cNvPr>
          <p:cNvSpPr/>
          <p:nvPr/>
        </p:nvSpPr>
        <p:spPr>
          <a:xfrm>
            <a:off x="3810000" y="1600200"/>
            <a:ext cx="2286000" cy="152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Ctr="1"/>
          <a:lstStyle/>
          <a:p>
            <a:pPr algn="ctr" eaLnBrk="1" hangingPunct="1">
              <a:defRPr/>
            </a:pPr>
            <a:r>
              <a:rPr lang="en-US" dirty="0"/>
              <a:t>Publishing Techniques</a:t>
            </a:r>
          </a:p>
        </p:txBody>
      </p:sp>
      <p:sp>
        <p:nvSpPr>
          <p:cNvPr id="7" name="Flowchart: Magnetic Disk 6">
            <a:extLst>
              <a:ext uri="{FF2B5EF4-FFF2-40B4-BE49-F238E27FC236}">
                <a16:creationId xmlns:a16="http://schemas.microsoft.com/office/drawing/2014/main" id="{FFCFA533-8291-E849-7A01-612FCB9B524E}"/>
              </a:ext>
            </a:extLst>
          </p:cNvPr>
          <p:cNvSpPr/>
          <p:nvPr/>
        </p:nvSpPr>
        <p:spPr>
          <a:xfrm>
            <a:off x="2362200" y="1600200"/>
            <a:ext cx="1371600" cy="15240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Ctr="1"/>
          <a:lstStyle/>
          <a:p>
            <a:pPr algn="ctr" eaLnBrk="1" hangingPunct="1">
              <a:defRPr/>
            </a:pPr>
            <a:r>
              <a:rPr lang="en-US" dirty="0"/>
              <a:t>Video</a:t>
            </a:r>
          </a:p>
          <a:p>
            <a:pPr algn="ctr" eaLnBrk="1" hangingPunct="1">
              <a:defRPr/>
            </a:pPr>
            <a:r>
              <a:rPr lang="en-US" dirty="0"/>
              <a:t>Repository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EB665F-F848-85DB-4C0A-93860F6AB5B0}"/>
              </a:ext>
            </a:extLst>
          </p:cNvPr>
          <p:cNvSpPr/>
          <p:nvPr/>
        </p:nvSpPr>
        <p:spPr>
          <a:xfrm>
            <a:off x="6172200" y="1600200"/>
            <a:ext cx="2590800" cy="152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Ctr="1"/>
          <a:lstStyle/>
          <a:p>
            <a:pPr algn="ctr" eaLnBrk="1" hangingPunct="1">
              <a:defRPr/>
            </a:pPr>
            <a:r>
              <a:rPr lang="en-US" dirty="0"/>
              <a:t>Distribution Techniques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D663717-2680-3855-B776-5D58F8802A1C}"/>
              </a:ext>
            </a:extLst>
          </p:cNvPr>
          <p:cNvCxnSpPr/>
          <p:nvPr/>
        </p:nvCxnSpPr>
        <p:spPr>
          <a:xfrm>
            <a:off x="533400" y="1447800"/>
            <a:ext cx="8077200" cy="1588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9DDC13B-4CA5-45A6-7C10-0CE232A5357E}"/>
              </a:ext>
            </a:extLst>
          </p:cNvPr>
          <p:cNvSpPr/>
          <p:nvPr/>
        </p:nvSpPr>
        <p:spPr>
          <a:xfrm>
            <a:off x="4020765" y="2305455"/>
            <a:ext cx="381000" cy="3048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B61A443B-5089-914E-41E4-66F23D1EC707}"/>
              </a:ext>
            </a:extLst>
          </p:cNvPr>
          <p:cNvSpPr/>
          <p:nvPr/>
        </p:nvSpPr>
        <p:spPr>
          <a:xfrm>
            <a:off x="6477000" y="2208180"/>
            <a:ext cx="381000" cy="457200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9691314A-EAFD-334D-C87D-F5870F64618F}"/>
              </a:ext>
            </a:extLst>
          </p:cNvPr>
          <p:cNvSpPr/>
          <p:nvPr/>
        </p:nvSpPr>
        <p:spPr>
          <a:xfrm>
            <a:off x="7010400" y="2208180"/>
            <a:ext cx="381000" cy="457200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31BFD9B9-DBCE-7025-6826-8DDA15CB49BF}"/>
              </a:ext>
            </a:extLst>
          </p:cNvPr>
          <p:cNvSpPr/>
          <p:nvPr/>
        </p:nvSpPr>
        <p:spPr>
          <a:xfrm>
            <a:off x="7543800" y="2208180"/>
            <a:ext cx="381000" cy="457200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A2B52912-B224-D0D0-7567-728251AA7517}"/>
              </a:ext>
            </a:extLst>
          </p:cNvPr>
          <p:cNvSpPr/>
          <p:nvPr/>
        </p:nvSpPr>
        <p:spPr>
          <a:xfrm>
            <a:off x="8077200" y="2208180"/>
            <a:ext cx="381000" cy="457200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E1CD45A0-6F7A-65A6-8966-A4EB1F1D7BC0}"/>
              </a:ext>
            </a:extLst>
          </p:cNvPr>
          <p:cNvSpPr/>
          <p:nvPr/>
        </p:nvSpPr>
        <p:spPr>
          <a:xfrm>
            <a:off x="6477000" y="2628900"/>
            <a:ext cx="381000" cy="457200"/>
          </a:xfrm>
          <a:prstGeom prst="rightArrow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EC296795-BC51-F66F-8090-4F82C34BC0C3}"/>
              </a:ext>
            </a:extLst>
          </p:cNvPr>
          <p:cNvSpPr/>
          <p:nvPr/>
        </p:nvSpPr>
        <p:spPr>
          <a:xfrm>
            <a:off x="7010400" y="2628900"/>
            <a:ext cx="381000" cy="457200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C82384DB-BFD3-A4D0-3B64-0849D34FEDFB}"/>
              </a:ext>
            </a:extLst>
          </p:cNvPr>
          <p:cNvSpPr/>
          <p:nvPr/>
        </p:nvSpPr>
        <p:spPr>
          <a:xfrm>
            <a:off x="7543800" y="2628900"/>
            <a:ext cx="381000" cy="457200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68C269E7-3E21-D141-0CFB-FAFBA283DAAC}"/>
              </a:ext>
            </a:extLst>
          </p:cNvPr>
          <p:cNvSpPr/>
          <p:nvPr/>
        </p:nvSpPr>
        <p:spPr>
          <a:xfrm>
            <a:off x="8077200" y="2628900"/>
            <a:ext cx="381000" cy="457200"/>
          </a:xfrm>
          <a:prstGeom prst="rightArrow">
            <a:avLst/>
          </a:prstGeom>
          <a:solidFill>
            <a:srgbClr val="FFCC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989EA40E-B62B-53A3-9093-8BD9DA17E5BB}"/>
              </a:ext>
            </a:extLst>
          </p:cNvPr>
          <p:cNvSpPr/>
          <p:nvPr/>
        </p:nvSpPr>
        <p:spPr>
          <a:xfrm>
            <a:off x="4528765" y="2305455"/>
            <a:ext cx="381000" cy="3048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6AF0F5E-430B-78CB-26B7-BF4A1E292F55}"/>
              </a:ext>
            </a:extLst>
          </p:cNvPr>
          <p:cNvSpPr/>
          <p:nvPr/>
        </p:nvSpPr>
        <p:spPr>
          <a:xfrm>
            <a:off x="5036765" y="2305455"/>
            <a:ext cx="381000" cy="30480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2E43D75-9325-F5A5-245C-6D1861C4E824}"/>
              </a:ext>
            </a:extLst>
          </p:cNvPr>
          <p:cNvSpPr/>
          <p:nvPr/>
        </p:nvSpPr>
        <p:spPr>
          <a:xfrm>
            <a:off x="5544765" y="2305455"/>
            <a:ext cx="381000" cy="3048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22BEE8D1-E949-0068-56F3-CCFEBC270C9C}"/>
              </a:ext>
            </a:extLst>
          </p:cNvPr>
          <p:cNvSpPr/>
          <p:nvPr/>
        </p:nvSpPr>
        <p:spPr>
          <a:xfrm>
            <a:off x="4020765" y="2705910"/>
            <a:ext cx="381000" cy="304800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18AEB2A3-0425-C295-3199-198826DA2064}"/>
              </a:ext>
            </a:extLst>
          </p:cNvPr>
          <p:cNvSpPr/>
          <p:nvPr/>
        </p:nvSpPr>
        <p:spPr>
          <a:xfrm>
            <a:off x="4528765" y="2705910"/>
            <a:ext cx="381000" cy="30480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F4F18739-BA84-6871-8D95-04AF46E71B57}"/>
              </a:ext>
            </a:extLst>
          </p:cNvPr>
          <p:cNvSpPr/>
          <p:nvPr/>
        </p:nvSpPr>
        <p:spPr>
          <a:xfrm>
            <a:off x="5036765" y="2705910"/>
            <a:ext cx="381000" cy="304800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C64065C7-EADE-DA38-B261-1CCD4A4358BA}"/>
              </a:ext>
            </a:extLst>
          </p:cNvPr>
          <p:cNvSpPr/>
          <p:nvPr/>
        </p:nvSpPr>
        <p:spPr>
          <a:xfrm>
            <a:off x="5544765" y="2705910"/>
            <a:ext cx="381000" cy="30480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grpSp>
        <p:nvGrpSpPr>
          <p:cNvPr id="2" name="Group 55">
            <a:extLst>
              <a:ext uri="{FF2B5EF4-FFF2-40B4-BE49-F238E27FC236}">
                <a16:creationId xmlns:a16="http://schemas.microsoft.com/office/drawing/2014/main" id="{0D0F521B-6EF4-AE5C-D7AA-55D470AEC7F0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3124200"/>
            <a:ext cx="7772400" cy="2667000"/>
            <a:chOff x="762000" y="3124200"/>
            <a:chExt cx="7772400" cy="2667000"/>
          </a:xfrm>
        </p:grpSpPr>
        <p:grpSp>
          <p:nvGrpSpPr>
            <p:cNvPr id="32847" name="Group 50">
              <a:extLst>
                <a:ext uri="{FF2B5EF4-FFF2-40B4-BE49-F238E27FC236}">
                  <a16:creationId xmlns:a16="http://schemas.microsoft.com/office/drawing/2014/main" id="{2F72A27C-E407-74D3-1788-A5BF5C81DE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2000" y="3124200"/>
              <a:ext cx="7772400" cy="2667000"/>
              <a:chOff x="762000" y="3124200"/>
              <a:chExt cx="7772400" cy="2667000"/>
            </a:xfrm>
          </p:grpSpPr>
          <p:sp>
            <p:nvSpPr>
              <p:cNvPr id="33" name="Rounded Rectangle 32">
                <a:extLst>
                  <a:ext uri="{FF2B5EF4-FFF2-40B4-BE49-F238E27FC236}">
                    <a16:creationId xmlns:a16="http://schemas.microsoft.com/office/drawing/2014/main" id="{B80589D4-1E41-B41C-D5B4-94D035ACBE63}"/>
                  </a:ext>
                </a:extLst>
              </p:cNvPr>
              <p:cNvSpPr/>
              <p:nvPr/>
            </p:nvSpPr>
            <p:spPr bwMode="auto">
              <a:xfrm>
                <a:off x="4134255" y="4679950"/>
                <a:ext cx="1111250" cy="889000"/>
              </a:xfrm>
              <a:prstGeom prst="round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lang="en-US" altLang="en-US">
                  <a:solidFill>
                    <a:srgbClr val="FFFFFF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34" name="Right Arrow 33">
                <a:extLst>
                  <a:ext uri="{FF2B5EF4-FFF2-40B4-BE49-F238E27FC236}">
                    <a16:creationId xmlns:a16="http://schemas.microsoft.com/office/drawing/2014/main" id="{E6DCE71D-2CDA-A76B-EE98-4281FEA2C109}"/>
                  </a:ext>
                </a:extLst>
              </p:cNvPr>
              <p:cNvSpPr/>
              <p:nvPr/>
            </p:nvSpPr>
            <p:spPr bwMode="auto">
              <a:xfrm>
                <a:off x="7423150" y="4457700"/>
                <a:ext cx="1111250" cy="1333500"/>
              </a:xfrm>
              <a:prstGeom prst="rightArrow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lang="en-US" altLang="en-US">
                  <a:solidFill>
                    <a:srgbClr val="FFFFFF"/>
                  </a:solidFill>
                  <a:latin typeface="Calibri" panose="020F0502020204030204" pitchFamily="34" charset="0"/>
                </a:endParaRPr>
              </a:p>
            </p:txBody>
          </p:sp>
          <p:cxnSp>
            <p:nvCxnSpPr>
              <p:cNvPr id="55" name="Shape 54">
                <a:extLst>
                  <a:ext uri="{FF2B5EF4-FFF2-40B4-BE49-F238E27FC236}">
                    <a16:creationId xmlns:a16="http://schemas.microsoft.com/office/drawing/2014/main" id="{D8DB1738-E8CA-2A3F-B168-758E01EA9CAC}"/>
                  </a:ext>
                </a:extLst>
              </p:cNvPr>
              <p:cNvCxnSpPr>
                <a:stCxn id="32859" idx="3"/>
                <a:endCxn id="7" idx="3"/>
              </p:cNvCxnSpPr>
              <p:nvPr/>
            </p:nvCxnSpPr>
            <p:spPr bwMode="auto">
              <a:xfrm flipV="1">
                <a:off x="2120900" y="3124200"/>
                <a:ext cx="927100" cy="1866900"/>
              </a:xfrm>
              <a:prstGeom prst="curvedConnector2">
                <a:avLst/>
              </a:prstGeom>
              <a:ln w="381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hape 56">
                <a:extLst>
                  <a:ext uri="{FF2B5EF4-FFF2-40B4-BE49-F238E27FC236}">
                    <a16:creationId xmlns:a16="http://schemas.microsoft.com/office/drawing/2014/main" id="{AC967C64-62E1-97C3-9104-13EF8E62C476}"/>
                  </a:ext>
                </a:extLst>
              </p:cNvPr>
              <p:cNvCxnSpPr>
                <a:stCxn id="7" idx="3"/>
              </p:cNvCxnSpPr>
              <p:nvPr/>
            </p:nvCxnSpPr>
            <p:spPr bwMode="auto">
              <a:xfrm rot="16200000" flipH="1">
                <a:off x="2590800" y="3581400"/>
                <a:ext cx="1981200" cy="1066800"/>
              </a:xfrm>
              <a:prstGeom prst="curvedConnector2">
                <a:avLst/>
              </a:prstGeom>
              <a:ln w="381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2859" name="Picture 68" descr="docstructure">
                <a:extLst>
                  <a:ext uri="{FF2B5EF4-FFF2-40B4-BE49-F238E27FC236}">
                    <a16:creationId xmlns:a16="http://schemas.microsoft.com/office/drawing/2014/main" id="{7A4C90CB-E08A-11B0-3B5A-C708245DBDA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2000" y="4495800"/>
                <a:ext cx="1358900" cy="990600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74" name="Curved Connector 73">
                <a:extLst>
                  <a:ext uri="{FF2B5EF4-FFF2-40B4-BE49-F238E27FC236}">
                    <a16:creationId xmlns:a16="http://schemas.microsoft.com/office/drawing/2014/main" id="{EA0A72D3-E897-0DA8-EBC6-F80E915ABD37}"/>
                  </a:ext>
                </a:extLst>
              </p:cNvPr>
              <p:cNvCxnSpPr/>
              <p:nvPr/>
            </p:nvCxnSpPr>
            <p:spPr>
              <a:xfrm>
                <a:off x="6902450" y="4508500"/>
                <a:ext cx="520700" cy="615950"/>
              </a:xfrm>
              <a:prstGeom prst="curvedConnector3">
                <a:avLst>
                  <a:gd name="adj1" fmla="val 50000"/>
                </a:avLst>
              </a:prstGeom>
              <a:ln w="381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348E56AF-D63F-77C7-B3A0-8A35CD97F914}"/>
                  </a:ext>
                </a:extLst>
              </p:cNvPr>
              <p:cNvCxnSpPr/>
              <p:nvPr/>
            </p:nvCxnSpPr>
            <p:spPr>
              <a:xfrm>
                <a:off x="5257800" y="5105400"/>
                <a:ext cx="2165350" cy="19050"/>
              </a:xfrm>
              <a:prstGeom prst="straightConnector1">
                <a:avLst/>
              </a:prstGeom>
              <a:ln w="381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hape 80">
                <a:extLst>
                  <a:ext uri="{FF2B5EF4-FFF2-40B4-BE49-F238E27FC236}">
                    <a16:creationId xmlns:a16="http://schemas.microsoft.com/office/drawing/2014/main" id="{39E538DD-AEC8-7056-B044-09517DA5B578}"/>
                  </a:ext>
                </a:extLst>
              </p:cNvPr>
              <p:cNvCxnSpPr/>
              <p:nvPr/>
            </p:nvCxnSpPr>
            <p:spPr>
              <a:xfrm flipV="1">
                <a:off x="5245100" y="4508500"/>
                <a:ext cx="546100" cy="615950"/>
              </a:xfrm>
              <a:prstGeom prst="curvedConnector3">
                <a:avLst>
                  <a:gd name="adj1" fmla="val 50000"/>
                </a:avLst>
              </a:prstGeom>
              <a:ln w="381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86" name="Picture 2" descr="\\Sydney\data\zipfiles_registered\icons_and_ClipArt\ProfessionalIcons\ix_ObjectsAndPeople_all\32x32\plain\pawn_glass_red.png">
                <a:extLst>
                  <a:ext uri="{FF2B5EF4-FFF2-40B4-BE49-F238E27FC236}">
                    <a16:creationId xmlns:a16="http://schemas.microsoft.com/office/drawing/2014/main" id="{31442B9E-26BA-8E18-5D10-4407718032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</a:blip>
              <a:srcRect/>
              <a:stretch>
                <a:fillRect/>
              </a:stretch>
            </p:blipFill>
            <p:spPr bwMode="auto">
              <a:xfrm>
                <a:off x="5980890" y="3237690"/>
                <a:ext cx="762000" cy="76200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1E85CE8E-25F6-40AB-4190-272042D4644C}"/>
                </a:ext>
              </a:extLst>
            </p:cNvPr>
            <p:cNvSpPr/>
            <p:nvPr/>
          </p:nvSpPr>
          <p:spPr bwMode="auto">
            <a:xfrm>
              <a:off x="5791200" y="4064000"/>
              <a:ext cx="1111250" cy="88900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pic>
        <p:nvPicPr>
          <p:cNvPr id="43" name="Picture 2" descr="\\Sydney\data\zipfiles_registered\icons_and_ClipArt\ProfessionalIcons\ix_ObjectsAndPeople_all\32x32\plain\pawn_glass_red.png">
            <a:extLst>
              <a:ext uri="{FF2B5EF4-FFF2-40B4-BE49-F238E27FC236}">
                <a16:creationId xmlns:a16="http://schemas.microsoft.com/office/drawing/2014/main" id="{5050E210-A1C5-9D85-B2D1-2597C39104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004340" y="5638800"/>
            <a:ext cx="762000" cy="76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" name="Picture 2" descr="\\Sydney\data\zipfiles_registered\icons_and_ClipArt\ProfessionalIcons\ix_ObjectsAndPeople_all\32x32\plain\pawn_glass_red.png">
            <a:extLst>
              <a:ext uri="{FF2B5EF4-FFF2-40B4-BE49-F238E27FC236}">
                <a16:creationId xmlns:a16="http://schemas.microsoft.com/office/drawing/2014/main" id="{CF851648-47BA-122E-FCD5-FCE358AF5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267200" y="5638800"/>
            <a:ext cx="762000" cy="76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" name="Picture 2" descr="\\Sydney\data\zipfiles_registered\icons_and_ClipArt\ProfessionalIcons\ix_ObjectsAndPeople_all\32x32\plain\pawn_glass_red.png">
            <a:extLst>
              <a:ext uri="{FF2B5EF4-FFF2-40B4-BE49-F238E27FC236}">
                <a16:creationId xmlns:a16="http://schemas.microsoft.com/office/drawing/2014/main" id="{E914915D-FCA8-9BAF-2F99-7753ED1D23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423150" y="5638800"/>
            <a:ext cx="762000" cy="76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828" name="Picture 2">
            <a:extLst>
              <a:ext uri="{FF2B5EF4-FFF2-40B4-BE49-F238E27FC236}">
                <a16:creationId xmlns:a16="http://schemas.microsoft.com/office/drawing/2014/main" id="{B3F7CB9B-5B11-7955-8B49-EBA0536DFE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209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" name="Picture 30" descr="C:\Documents and Settings\vic.uzumeri.IPOV\Desktop\Kiosk Work\Finished Siemens\how to add video copy.png">
            <a:extLst>
              <a:ext uri="{FF2B5EF4-FFF2-40B4-BE49-F238E27FC236}">
                <a16:creationId xmlns:a16="http://schemas.microsoft.com/office/drawing/2014/main" id="{63E75596-105F-990E-7B59-1C4C571408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85800" y="2590800"/>
            <a:ext cx="590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101600" dir="2700000" algn="tl" rotWithShape="0">
              <a:prstClr val="black">
                <a:alpha val="26000"/>
              </a:prstClr>
            </a:outerShdw>
          </a:effectLst>
        </p:spPr>
      </p:pic>
      <p:pic>
        <p:nvPicPr>
          <p:cNvPr id="32830" name="Picture 41">
            <a:extLst>
              <a:ext uri="{FF2B5EF4-FFF2-40B4-BE49-F238E27FC236}">
                <a16:creationId xmlns:a16="http://schemas.microsoft.com/office/drawing/2014/main" id="{BDA1D29E-B441-D03D-991B-ECB77032DA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286000"/>
            <a:ext cx="609600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831" name="Picture 3">
            <a:extLst>
              <a:ext uri="{FF2B5EF4-FFF2-40B4-BE49-F238E27FC236}">
                <a16:creationId xmlns:a16="http://schemas.microsoft.com/office/drawing/2014/main" id="{0B501EF2-625F-90D6-68FA-35626BE855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5908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53">
            <a:extLst>
              <a:ext uri="{FF2B5EF4-FFF2-40B4-BE49-F238E27FC236}">
                <a16:creationId xmlns:a16="http://schemas.microsoft.com/office/drawing/2014/main" id="{52F932DD-3EF0-3EB0-3987-0A5CFABCD646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3124200"/>
            <a:ext cx="7620000" cy="2628900"/>
            <a:chOff x="914400" y="3124200"/>
            <a:chExt cx="7620000" cy="2628900"/>
          </a:xfrm>
        </p:grpSpPr>
        <p:cxnSp>
          <p:nvCxnSpPr>
            <p:cNvPr id="38" name="Elbow Connector 37">
              <a:extLst>
                <a:ext uri="{FF2B5EF4-FFF2-40B4-BE49-F238E27FC236}">
                  <a16:creationId xmlns:a16="http://schemas.microsoft.com/office/drawing/2014/main" id="{7DF82115-B500-635D-B792-5836DC53E4FD}"/>
                </a:ext>
              </a:extLst>
            </p:cNvPr>
            <p:cNvCxnSpPr/>
            <p:nvPr/>
          </p:nvCxnSpPr>
          <p:spPr bwMode="auto">
            <a:xfrm>
              <a:off x="5257800" y="5086350"/>
              <a:ext cx="2165350" cy="1588"/>
            </a:xfrm>
            <a:prstGeom prst="bentConnector3">
              <a:avLst>
                <a:gd name="adj1" fmla="val 50000"/>
              </a:avLst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Right Arrow 61">
              <a:extLst>
                <a:ext uri="{FF2B5EF4-FFF2-40B4-BE49-F238E27FC236}">
                  <a16:creationId xmlns:a16="http://schemas.microsoft.com/office/drawing/2014/main" id="{FBB1D76E-5900-B370-5E97-025B4FAE9006}"/>
                </a:ext>
              </a:extLst>
            </p:cNvPr>
            <p:cNvSpPr/>
            <p:nvPr/>
          </p:nvSpPr>
          <p:spPr bwMode="auto">
            <a:xfrm>
              <a:off x="7423150" y="4419600"/>
              <a:ext cx="1111250" cy="1333500"/>
            </a:xfrm>
            <a:prstGeom prst="rightArrow">
              <a:avLst/>
            </a:prstGeom>
            <a:solidFill>
              <a:srgbClr val="FFCC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cxnSp>
          <p:nvCxnSpPr>
            <p:cNvPr id="64" name="Shape 63">
              <a:extLst>
                <a:ext uri="{FF2B5EF4-FFF2-40B4-BE49-F238E27FC236}">
                  <a16:creationId xmlns:a16="http://schemas.microsoft.com/office/drawing/2014/main" id="{E2C6F6D0-9DDE-6806-B331-A7798B88FFC1}"/>
                </a:ext>
              </a:extLst>
            </p:cNvPr>
            <p:cNvCxnSpPr>
              <a:endCxn id="7" idx="3"/>
            </p:cNvCxnSpPr>
            <p:nvPr/>
          </p:nvCxnSpPr>
          <p:spPr bwMode="auto">
            <a:xfrm flipV="1">
              <a:off x="1905000" y="3124200"/>
              <a:ext cx="1143000" cy="1873250"/>
            </a:xfrm>
            <a:prstGeom prst="curvedConnector2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hape 64">
              <a:extLst>
                <a:ext uri="{FF2B5EF4-FFF2-40B4-BE49-F238E27FC236}">
                  <a16:creationId xmlns:a16="http://schemas.microsoft.com/office/drawing/2014/main" id="{44B0630E-9347-D230-0F11-E82BFECBAF12}"/>
                </a:ext>
              </a:extLst>
            </p:cNvPr>
            <p:cNvCxnSpPr>
              <a:stCxn id="7" idx="3"/>
            </p:cNvCxnSpPr>
            <p:nvPr/>
          </p:nvCxnSpPr>
          <p:spPr bwMode="auto">
            <a:xfrm rot="16200000" flipH="1">
              <a:off x="2600325" y="3571875"/>
              <a:ext cx="1962150" cy="1066800"/>
            </a:xfrm>
            <a:prstGeom prst="curvedConnector2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ounded Rectangle 57">
              <a:extLst>
                <a:ext uri="{FF2B5EF4-FFF2-40B4-BE49-F238E27FC236}">
                  <a16:creationId xmlns:a16="http://schemas.microsoft.com/office/drawing/2014/main" id="{C5CE24CB-DBB0-69FD-3BD9-D1B0138981D7}"/>
                </a:ext>
              </a:extLst>
            </p:cNvPr>
            <p:cNvSpPr/>
            <p:nvPr/>
          </p:nvSpPr>
          <p:spPr>
            <a:xfrm>
              <a:off x="4114800" y="4629150"/>
              <a:ext cx="1143000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pic>
          <p:nvPicPr>
            <p:cNvPr id="32846" name="Picture 3">
              <a:extLst>
                <a:ext uri="{FF2B5EF4-FFF2-40B4-BE49-F238E27FC236}">
                  <a16:creationId xmlns:a16="http://schemas.microsoft.com/office/drawing/2014/main" id="{A0082B5B-9574-022D-F0D4-CD1B250D86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4400" y="4502670"/>
              <a:ext cx="990600" cy="990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233" name="Footer Placeholder 50">
            <a:extLst>
              <a:ext uri="{FF2B5EF4-FFF2-40B4-BE49-F238E27FC236}">
                <a16:creationId xmlns:a16="http://schemas.microsoft.com/office/drawing/2014/main" id="{40A7E985-9F48-3373-CA93-AB819DA1A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rtlCol="0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©2000-2014 Vic Uzumeri</a:t>
            </a:r>
          </a:p>
        </p:txBody>
      </p:sp>
      <p:pic>
        <p:nvPicPr>
          <p:cNvPr id="32834" name="Picture 68" descr="docstructure">
            <a:extLst>
              <a:ext uri="{FF2B5EF4-FFF2-40B4-BE49-F238E27FC236}">
                <a16:creationId xmlns:a16="http://schemas.microsoft.com/office/drawing/2014/main" id="{D27FAB24-BC43-3819-4276-C8AEB81B8B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209800"/>
            <a:ext cx="609600" cy="444500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835" name="Date Placeholder 3">
            <a:extLst>
              <a:ext uri="{FF2B5EF4-FFF2-40B4-BE49-F238E27FC236}">
                <a16:creationId xmlns:a16="http://schemas.microsoft.com/office/drawing/2014/main" id="{F79707C5-337E-4009-EED4-B73F6C7903B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8B7DDF4-3932-4A24-92E4-F16D00D15201}" type="datetime1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4/20/2026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32836" name="Slide Number Placeholder 8">
            <a:extLst>
              <a:ext uri="{FF2B5EF4-FFF2-40B4-BE49-F238E27FC236}">
                <a16:creationId xmlns:a16="http://schemas.microsoft.com/office/drawing/2014/main" id="{6E2BC125-115F-3632-E721-AF1145852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40BF9EB-9A5E-44B7-88BB-9A6B9652E825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86DFD36-3E00-40C4-34AD-7D9542E59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How fast is fast?</a:t>
            </a:r>
          </a:p>
        </p:txBody>
      </p:sp>
      <p:sp>
        <p:nvSpPr>
          <p:cNvPr id="33795" name="Text Placeholder 5">
            <a:extLst>
              <a:ext uri="{FF2B5EF4-FFF2-40B4-BE49-F238E27FC236}">
                <a16:creationId xmlns:a16="http://schemas.microsoft.com/office/drawing/2014/main" id="{E5465CC3-7CF8-6F2D-1417-3AEBEF949E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33796" name="Date Placeholder 3">
            <a:extLst>
              <a:ext uri="{FF2B5EF4-FFF2-40B4-BE49-F238E27FC236}">
                <a16:creationId xmlns:a16="http://schemas.microsoft.com/office/drawing/2014/main" id="{EDD0399A-A782-F7F0-A880-D6A16A4B8E1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9A34BE5-E8A3-4359-B526-C9DC2111D7B7}" type="datetime1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4/20/2026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33797" name="Slide Number Placeholder 6">
            <a:extLst>
              <a:ext uri="{FF2B5EF4-FFF2-40B4-BE49-F238E27FC236}">
                <a16:creationId xmlns:a16="http://schemas.microsoft.com/office/drawing/2014/main" id="{3804D932-93DD-5E02-9430-D0ED10E14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BF78CA1-E275-4A6A-A04E-26BCFFF9B559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A25531-8591-CEF7-5284-EBD4245B2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©2000-2014 Vic Uzumeri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46">
            <a:extLst>
              <a:ext uri="{FF2B5EF4-FFF2-40B4-BE49-F238E27FC236}">
                <a16:creationId xmlns:a16="http://schemas.microsoft.com/office/drawing/2014/main" id="{2A44D44B-527A-04FE-A015-41FA407914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5029200"/>
            <a:ext cx="5762625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D26A88D0-FB37-B221-2343-FF707D0F7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Restating an Engineer’s Explanation</a:t>
            </a:r>
            <a:br>
              <a:rPr lang="en-US" dirty="0"/>
            </a:br>
            <a:r>
              <a:rPr lang="en-US" sz="2000" dirty="0"/>
              <a:t>(for 2 hrs of video)</a:t>
            </a:r>
          </a:p>
        </p:txBody>
      </p:sp>
      <p:sp>
        <p:nvSpPr>
          <p:cNvPr id="34820" name="TextBox 16">
            <a:extLst>
              <a:ext uri="{FF2B5EF4-FFF2-40B4-BE49-F238E27FC236}">
                <a16:creationId xmlns:a16="http://schemas.microsoft.com/office/drawing/2014/main" id="{57EFCE41-81C8-4DA6-4894-0B14AF2F2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1447800"/>
            <a:ext cx="1041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script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>
                <a:latin typeface="Arial" panose="020B0604020202020204" pitchFamily="34" charset="0"/>
              </a:rPr>
              <a:t>&lt;1 week</a:t>
            </a:r>
          </a:p>
        </p:txBody>
      </p:sp>
      <p:sp>
        <p:nvSpPr>
          <p:cNvPr id="34821" name="TextBox 17">
            <a:extLst>
              <a:ext uri="{FF2B5EF4-FFF2-40B4-BE49-F238E27FC236}">
                <a16:creationId xmlns:a16="http://schemas.microsoft.com/office/drawing/2014/main" id="{AF212EAA-FD1F-CE01-89B0-5D895B2C49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1447800"/>
            <a:ext cx="1162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voiceover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>
                <a:latin typeface="Arial" panose="020B0604020202020204" pitchFamily="34" charset="0"/>
              </a:rPr>
              <a:t>&lt;1 week</a:t>
            </a:r>
          </a:p>
        </p:txBody>
      </p:sp>
      <p:sp>
        <p:nvSpPr>
          <p:cNvPr id="34822" name="TextBox 22">
            <a:extLst>
              <a:ext uri="{FF2B5EF4-FFF2-40B4-BE49-F238E27FC236}">
                <a16:creationId xmlns:a16="http://schemas.microsoft.com/office/drawing/2014/main" id="{F3BE651D-36F8-3076-501C-4FFD38ADB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3350" y="4495800"/>
            <a:ext cx="2038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client review / edit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 </a:t>
            </a:r>
            <a:r>
              <a:rPr lang="en-US" altLang="en-US" sz="1800" i="1">
                <a:latin typeface="Arial" panose="020B0604020202020204" pitchFamily="34" charset="0"/>
              </a:rPr>
              <a:t>1 week if needed </a:t>
            </a:r>
          </a:p>
        </p:txBody>
      </p:sp>
      <p:sp>
        <p:nvSpPr>
          <p:cNvPr id="34823" name="TextBox 29">
            <a:extLst>
              <a:ext uri="{FF2B5EF4-FFF2-40B4-BE49-F238E27FC236}">
                <a16:creationId xmlns:a16="http://schemas.microsoft.com/office/drawing/2014/main" id="{45A2AF11-4ED1-392D-EB63-9E5E251FB5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5410200"/>
            <a:ext cx="3067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2 to 4 wks total elapsed time</a:t>
            </a:r>
          </a:p>
        </p:txBody>
      </p:sp>
      <p:pic>
        <p:nvPicPr>
          <p:cNvPr id="34824" name="Picture 28">
            <a:extLst>
              <a:ext uri="{FF2B5EF4-FFF2-40B4-BE49-F238E27FC236}">
                <a16:creationId xmlns:a16="http://schemas.microsoft.com/office/drawing/2014/main" id="{B750CC94-9BB7-28AD-121D-7D9EE3292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343400"/>
            <a:ext cx="1130300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5" name="Picture 31">
            <a:extLst>
              <a:ext uri="{FF2B5EF4-FFF2-40B4-BE49-F238E27FC236}">
                <a16:creationId xmlns:a16="http://schemas.microsoft.com/office/drawing/2014/main" id="{5F8288B0-F721-522A-EAEB-A29F9EFCA4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743200"/>
            <a:ext cx="1308100" cy="99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6" name="Picture 32">
            <a:extLst>
              <a:ext uri="{FF2B5EF4-FFF2-40B4-BE49-F238E27FC236}">
                <a16:creationId xmlns:a16="http://schemas.microsoft.com/office/drawing/2014/main" id="{52745137-B2DB-7EA8-F3D8-1B9C68ABC9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5100" y="2743200"/>
            <a:ext cx="1308100" cy="99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7" name="Picture 33">
            <a:extLst>
              <a:ext uri="{FF2B5EF4-FFF2-40B4-BE49-F238E27FC236}">
                <a16:creationId xmlns:a16="http://schemas.microsoft.com/office/drawing/2014/main" id="{E38EF721-78CB-A039-76DB-EA37AC0B3B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6300" y="2743200"/>
            <a:ext cx="1308100" cy="99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8" name="Picture 36">
            <a:extLst>
              <a:ext uri="{FF2B5EF4-FFF2-40B4-BE49-F238E27FC236}">
                <a16:creationId xmlns:a16="http://schemas.microsoft.com/office/drawing/2014/main" id="{A13D926F-EAE8-E829-11A9-32224CED3D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429000"/>
            <a:ext cx="573088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9" name="Picture 39">
            <a:extLst>
              <a:ext uri="{FF2B5EF4-FFF2-40B4-BE49-F238E27FC236}">
                <a16:creationId xmlns:a16="http://schemas.microsoft.com/office/drawing/2014/main" id="{EE89EA0E-B28B-0BC3-DB78-C7B3FB2CE6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3733800"/>
            <a:ext cx="1349375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30" name="Picture 40">
            <a:extLst>
              <a:ext uri="{FF2B5EF4-FFF2-40B4-BE49-F238E27FC236}">
                <a16:creationId xmlns:a16="http://schemas.microsoft.com/office/drawing/2014/main" id="{A25B94A8-DC62-AFA3-F665-2523A35F3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2578100"/>
            <a:ext cx="1308100" cy="130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31" name="Picture 41">
            <a:extLst>
              <a:ext uri="{FF2B5EF4-FFF2-40B4-BE49-F238E27FC236}">
                <a16:creationId xmlns:a16="http://schemas.microsoft.com/office/drawing/2014/main" id="{A2C3E55A-1E0C-D81B-C34C-184584977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057400"/>
            <a:ext cx="1349375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32" name="Picture 42">
            <a:extLst>
              <a:ext uri="{FF2B5EF4-FFF2-40B4-BE49-F238E27FC236}">
                <a16:creationId xmlns:a16="http://schemas.microsoft.com/office/drawing/2014/main" id="{6D94B4CB-C8C3-63A5-795A-361BD33D74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2057400"/>
            <a:ext cx="1349375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33" name="Text Box 43">
            <a:extLst>
              <a:ext uri="{FF2B5EF4-FFF2-40B4-BE49-F238E27FC236}">
                <a16:creationId xmlns:a16="http://schemas.microsoft.com/office/drawing/2014/main" id="{E620301A-E0AE-BCB8-477C-84811259BC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4800600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upload</a:t>
            </a:r>
          </a:p>
        </p:txBody>
      </p:sp>
      <p:sp>
        <p:nvSpPr>
          <p:cNvPr id="34834" name="Rectangle 19">
            <a:hlinkClick r:id="rId9" action="ppaction://hlinkfile"/>
            <a:extLst>
              <a:ext uri="{FF2B5EF4-FFF2-40B4-BE49-F238E27FC236}">
                <a16:creationId xmlns:a16="http://schemas.microsoft.com/office/drawing/2014/main" id="{A168F097-8B64-A96A-7C76-B7B632502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371600"/>
            <a:ext cx="8305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BA45DFC-9C24-8201-7898-5AA5F753566B}"/>
              </a:ext>
            </a:extLst>
          </p:cNvPr>
          <p:cNvSpPr/>
          <p:nvPr/>
        </p:nvSpPr>
        <p:spPr>
          <a:xfrm>
            <a:off x="7467600" y="5029200"/>
            <a:ext cx="1066800" cy="533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>
                <a:solidFill>
                  <a:srgbClr val="FFFFFF"/>
                </a:solidFill>
                <a:latin typeface="Calibri" panose="020F0502020204030204" pitchFamily="34" charset="0"/>
                <a:hlinkClick r:id="rId10"/>
              </a:rPr>
              <a:t>Example</a:t>
            </a:r>
            <a:endParaRPr lang="en-US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4838" name="Date Placeholder 2">
            <a:extLst>
              <a:ext uri="{FF2B5EF4-FFF2-40B4-BE49-F238E27FC236}">
                <a16:creationId xmlns:a16="http://schemas.microsoft.com/office/drawing/2014/main" id="{2780DB0A-9E68-6D45-062B-17AA7F238B5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0E786BC-E14C-42C8-9D4D-90B7A34319B7}" type="datetime1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4/20/2026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34839" name="Footer Placeholder 3">
            <a:extLst>
              <a:ext uri="{FF2B5EF4-FFF2-40B4-BE49-F238E27FC236}">
                <a16:creationId xmlns:a16="http://schemas.microsoft.com/office/drawing/2014/main" id="{F671DACA-5E91-5AA4-46DA-DC95C8717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©2000-2014 Vic Uzumeri</a:t>
            </a:r>
          </a:p>
        </p:txBody>
      </p:sp>
      <p:sp>
        <p:nvSpPr>
          <p:cNvPr id="34840" name="Slide Number Placeholder 4">
            <a:extLst>
              <a:ext uri="{FF2B5EF4-FFF2-40B4-BE49-F238E27FC236}">
                <a16:creationId xmlns:a16="http://schemas.microsoft.com/office/drawing/2014/main" id="{6F2FC6B8-ACD3-0B80-04C4-7DF951736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0688E2D-874D-4603-927D-8CF73698A6F9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18">
            <a:extLst>
              <a:ext uri="{FF2B5EF4-FFF2-40B4-BE49-F238E27FC236}">
                <a16:creationId xmlns:a16="http://schemas.microsoft.com/office/drawing/2014/main" id="{07BC83C1-05C6-9681-22B3-31BEC633A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5029200"/>
            <a:ext cx="5762625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17">
            <a:extLst>
              <a:ext uri="{FF2B5EF4-FFF2-40B4-BE49-F238E27FC236}">
                <a16:creationId xmlns:a16="http://schemas.microsoft.com/office/drawing/2014/main" id="{8E80A1C3-1909-2291-3A3F-800FFA60D4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295400"/>
            <a:ext cx="914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4" name="Rectangle 2">
            <a:extLst>
              <a:ext uri="{FF2B5EF4-FFF2-40B4-BE49-F238E27FC236}">
                <a16:creationId xmlns:a16="http://schemas.microsoft.com/office/drawing/2014/main" id="{A6F9CCA6-36CC-BB08-1EBD-3030A6C33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altLang="en-US"/>
              <a:t>Annotating an Engineer’s Video</a:t>
            </a:r>
            <a:br>
              <a:rPr lang="en-US" altLang="en-US"/>
            </a:br>
            <a:r>
              <a:rPr lang="en-US" altLang="en-US" sz="2000"/>
              <a:t>(for 2 hrs of video)</a:t>
            </a:r>
          </a:p>
        </p:txBody>
      </p:sp>
      <p:sp>
        <p:nvSpPr>
          <p:cNvPr id="35845" name="TextBox 22">
            <a:extLst>
              <a:ext uri="{FF2B5EF4-FFF2-40B4-BE49-F238E27FC236}">
                <a16:creationId xmlns:a16="http://schemas.microsoft.com/office/drawing/2014/main" id="{51B5130D-4EB7-833D-FBBA-6BF726EE91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4495800"/>
            <a:ext cx="2038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     client review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 </a:t>
            </a:r>
            <a:r>
              <a:rPr lang="en-US" altLang="en-US" sz="1800" i="1">
                <a:latin typeface="Arial" panose="020B0604020202020204" pitchFamily="34" charset="0"/>
              </a:rPr>
              <a:t>1 week if needed </a:t>
            </a:r>
          </a:p>
        </p:txBody>
      </p:sp>
      <p:pic>
        <p:nvPicPr>
          <p:cNvPr id="35846" name="Picture 5">
            <a:extLst>
              <a:ext uri="{FF2B5EF4-FFF2-40B4-BE49-F238E27FC236}">
                <a16:creationId xmlns:a16="http://schemas.microsoft.com/office/drawing/2014/main" id="{3B2BC78F-AD25-88D4-057D-D65821B47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743200"/>
            <a:ext cx="1308100" cy="99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7" name="Picture 6">
            <a:extLst>
              <a:ext uri="{FF2B5EF4-FFF2-40B4-BE49-F238E27FC236}">
                <a16:creationId xmlns:a16="http://schemas.microsoft.com/office/drawing/2014/main" id="{6AF078D5-19B6-1D3F-6777-9B4DCA7103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5100" y="2743200"/>
            <a:ext cx="1308100" cy="99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8" name="Picture 7">
            <a:extLst>
              <a:ext uri="{FF2B5EF4-FFF2-40B4-BE49-F238E27FC236}">
                <a16:creationId xmlns:a16="http://schemas.microsoft.com/office/drawing/2014/main" id="{DC0611A3-6D9E-0277-71EB-DF4FCAE843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6300" y="2743200"/>
            <a:ext cx="1308100" cy="99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9" name="Picture 8">
            <a:extLst>
              <a:ext uri="{FF2B5EF4-FFF2-40B4-BE49-F238E27FC236}">
                <a16:creationId xmlns:a16="http://schemas.microsoft.com/office/drawing/2014/main" id="{43143B96-26AC-65B6-A1EE-BB0E528A6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429000"/>
            <a:ext cx="573088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50" name="Picture 9">
            <a:extLst>
              <a:ext uri="{FF2B5EF4-FFF2-40B4-BE49-F238E27FC236}">
                <a16:creationId xmlns:a16="http://schemas.microsoft.com/office/drawing/2014/main" id="{29FB4C6C-6086-3F99-C36B-948EBCB7B4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3733800"/>
            <a:ext cx="1349375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51" name="Picture 10">
            <a:extLst>
              <a:ext uri="{FF2B5EF4-FFF2-40B4-BE49-F238E27FC236}">
                <a16:creationId xmlns:a16="http://schemas.microsoft.com/office/drawing/2014/main" id="{99CF49EA-9E93-311D-4D91-B0F423FA6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2578100"/>
            <a:ext cx="1308100" cy="130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52" name="Picture 11">
            <a:extLst>
              <a:ext uri="{FF2B5EF4-FFF2-40B4-BE49-F238E27FC236}">
                <a16:creationId xmlns:a16="http://schemas.microsoft.com/office/drawing/2014/main" id="{C33E4A75-AE3C-60D4-1A1A-6518F79B99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057400"/>
            <a:ext cx="1349375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53" name="Picture 12">
            <a:extLst>
              <a:ext uri="{FF2B5EF4-FFF2-40B4-BE49-F238E27FC236}">
                <a16:creationId xmlns:a16="http://schemas.microsoft.com/office/drawing/2014/main" id="{9C81AC04-482A-35E8-AB35-EC4291A6C9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2057400"/>
            <a:ext cx="1349375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54" name="Text Box 13">
            <a:extLst>
              <a:ext uri="{FF2B5EF4-FFF2-40B4-BE49-F238E27FC236}">
                <a16:creationId xmlns:a16="http://schemas.microsoft.com/office/drawing/2014/main" id="{40A25F62-0E6F-5A85-CCF2-54C45E2268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4800600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upload</a:t>
            </a:r>
          </a:p>
        </p:txBody>
      </p:sp>
      <p:pic>
        <p:nvPicPr>
          <p:cNvPr id="35855" name="Picture 14">
            <a:extLst>
              <a:ext uri="{FF2B5EF4-FFF2-40B4-BE49-F238E27FC236}">
                <a16:creationId xmlns:a16="http://schemas.microsoft.com/office/drawing/2014/main" id="{349ACF62-8C0F-CED6-83B7-6D4B76977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343400"/>
            <a:ext cx="1130300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56" name="Text Box 15">
            <a:extLst>
              <a:ext uri="{FF2B5EF4-FFF2-40B4-BE49-F238E27FC236}">
                <a16:creationId xmlns:a16="http://schemas.microsoft.com/office/drawing/2014/main" id="{BFC5CD53-6717-5EEC-B898-75306AB9D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550988"/>
            <a:ext cx="2286000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flash annotations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altLang="en-US" sz="1800" i="1">
                <a:latin typeface="Arial" panose="020B0604020202020204" pitchFamily="34" charset="0"/>
              </a:rPr>
              <a:t>&lt;2 weeks</a:t>
            </a:r>
          </a:p>
        </p:txBody>
      </p:sp>
      <p:sp>
        <p:nvSpPr>
          <p:cNvPr id="35857" name="TextBox 29">
            <a:extLst>
              <a:ext uri="{FF2B5EF4-FFF2-40B4-BE49-F238E27FC236}">
                <a16:creationId xmlns:a16="http://schemas.microsoft.com/office/drawing/2014/main" id="{B33EAE58-E7E1-FD8A-9DB7-B2B7BD190C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5410200"/>
            <a:ext cx="3067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2 to 4 wks total elapsed time</a:t>
            </a:r>
          </a:p>
        </p:txBody>
      </p:sp>
      <p:sp>
        <p:nvSpPr>
          <p:cNvPr id="35858" name="Rectangle 19">
            <a:hlinkClick r:id="rId10" action="ppaction://hlinkfile"/>
            <a:extLst>
              <a:ext uri="{FF2B5EF4-FFF2-40B4-BE49-F238E27FC236}">
                <a16:creationId xmlns:a16="http://schemas.microsoft.com/office/drawing/2014/main" id="{FFFFE8D6-C058-A1EC-8BFE-8E577227E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371600"/>
            <a:ext cx="8305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866313A-824D-B5E8-45CA-DDFAED800A51}"/>
              </a:ext>
            </a:extLst>
          </p:cNvPr>
          <p:cNvSpPr/>
          <p:nvPr/>
        </p:nvSpPr>
        <p:spPr>
          <a:xfrm>
            <a:off x="7467600" y="5029200"/>
            <a:ext cx="1066800" cy="533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>
                <a:solidFill>
                  <a:srgbClr val="FFFFFF"/>
                </a:solidFill>
                <a:latin typeface="Calibri" panose="020F0502020204030204" pitchFamily="34" charset="0"/>
                <a:hlinkClick r:id="rId11"/>
              </a:rPr>
              <a:t>Example</a:t>
            </a:r>
            <a:endParaRPr lang="en-US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5862" name="Date Placeholder 1">
            <a:extLst>
              <a:ext uri="{FF2B5EF4-FFF2-40B4-BE49-F238E27FC236}">
                <a16:creationId xmlns:a16="http://schemas.microsoft.com/office/drawing/2014/main" id="{4E52F614-1A7F-83AA-C931-D7EA21B2831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9E0858D-6831-49B2-8DCA-F66191116615}" type="datetime1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4/20/2026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35863" name="Footer Placeholder 2">
            <a:extLst>
              <a:ext uri="{FF2B5EF4-FFF2-40B4-BE49-F238E27FC236}">
                <a16:creationId xmlns:a16="http://schemas.microsoft.com/office/drawing/2014/main" id="{A4989EFB-AC85-ED6A-3F7F-CA5242534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©2000-2014 Vic Uzumeri</a:t>
            </a:r>
          </a:p>
        </p:txBody>
      </p:sp>
      <p:sp>
        <p:nvSpPr>
          <p:cNvPr id="35864" name="Slide Number Placeholder 3">
            <a:extLst>
              <a:ext uri="{FF2B5EF4-FFF2-40B4-BE49-F238E27FC236}">
                <a16:creationId xmlns:a16="http://schemas.microsoft.com/office/drawing/2014/main" id="{C780D1C5-7001-3441-75E6-6D0254226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BF7F807-1D60-4F76-A663-74B5A2243A90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C5B5D1A9-E34A-8EA8-9B15-AE0AD5BE5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Course Repackaging</a:t>
            </a:r>
          </a:p>
        </p:txBody>
      </p:sp>
      <p:pic>
        <p:nvPicPr>
          <p:cNvPr id="36867" name="Picture 10">
            <a:extLst>
              <a:ext uri="{FF2B5EF4-FFF2-40B4-BE49-F238E27FC236}">
                <a16:creationId xmlns:a16="http://schemas.microsoft.com/office/drawing/2014/main" id="{DBAC0802-CA4A-ACEC-52A9-56BE10A00A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10000"/>
            <a:ext cx="1808163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8" name="Picture 12">
            <a:extLst>
              <a:ext uri="{FF2B5EF4-FFF2-40B4-BE49-F238E27FC236}">
                <a16:creationId xmlns:a16="http://schemas.microsoft.com/office/drawing/2014/main" id="{681AC636-E01B-5894-AD56-E5D127AC2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2300" y="5029200"/>
            <a:ext cx="5762625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9" name="Picture 13">
            <a:extLst>
              <a:ext uri="{FF2B5EF4-FFF2-40B4-BE49-F238E27FC236}">
                <a16:creationId xmlns:a16="http://schemas.microsoft.com/office/drawing/2014/main" id="{DE150690-43BE-D298-B412-476F2D1E2F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447800"/>
            <a:ext cx="914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70" name="TextBox 22">
            <a:extLst>
              <a:ext uri="{FF2B5EF4-FFF2-40B4-BE49-F238E27FC236}">
                <a16:creationId xmlns:a16="http://schemas.microsoft.com/office/drawing/2014/main" id="{298452A3-6338-BC9A-5589-170C7D6388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6900" y="4495800"/>
            <a:ext cx="2038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     client review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 </a:t>
            </a:r>
            <a:r>
              <a:rPr lang="en-US" altLang="en-US" sz="1800" i="1">
                <a:latin typeface="Arial" panose="020B0604020202020204" pitchFamily="34" charset="0"/>
              </a:rPr>
              <a:t>1 week if needed </a:t>
            </a:r>
          </a:p>
        </p:txBody>
      </p:sp>
      <p:pic>
        <p:nvPicPr>
          <p:cNvPr id="36871" name="Picture 15">
            <a:extLst>
              <a:ext uri="{FF2B5EF4-FFF2-40B4-BE49-F238E27FC236}">
                <a16:creationId xmlns:a16="http://schemas.microsoft.com/office/drawing/2014/main" id="{71D52591-1F6E-0FAE-A372-A58E56F58F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4700" y="2743200"/>
            <a:ext cx="1308100" cy="99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2" name="Picture 16">
            <a:extLst>
              <a:ext uri="{FF2B5EF4-FFF2-40B4-BE49-F238E27FC236}">
                <a16:creationId xmlns:a16="http://schemas.microsoft.com/office/drawing/2014/main" id="{941F0F74-6403-1799-8159-E39A80607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9600" y="2743200"/>
            <a:ext cx="1308100" cy="99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3" name="Picture 17">
            <a:extLst>
              <a:ext uri="{FF2B5EF4-FFF2-40B4-BE49-F238E27FC236}">
                <a16:creationId xmlns:a16="http://schemas.microsoft.com/office/drawing/2014/main" id="{4BB24486-422B-F09A-3976-57679C5C1C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0800" y="2743200"/>
            <a:ext cx="1308100" cy="99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4" name="Picture 18">
            <a:extLst>
              <a:ext uri="{FF2B5EF4-FFF2-40B4-BE49-F238E27FC236}">
                <a16:creationId xmlns:a16="http://schemas.microsoft.com/office/drawing/2014/main" id="{C95512A9-A93D-1466-015B-892B63AB3B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5100" y="3429000"/>
            <a:ext cx="573088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5" name="Picture 19">
            <a:extLst>
              <a:ext uri="{FF2B5EF4-FFF2-40B4-BE49-F238E27FC236}">
                <a16:creationId xmlns:a16="http://schemas.microsoft.com/office/drawing/2014/main" id="{C21D683F-E443-610A-BC2F-407264B5D7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500" y="3733800"/>
            <a:ext cx="1349375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6" name="Picture 20">
            <a:extLst>
              <a:ext uri="{FF2B5EF4-FFF2-40B4-BE49-F238E27FC236}">
                <a16:creationId xmlns:a16="http://schemas.microsoft.com/office/drawing/2014/main" id="{F4A93B73-CB0F-6B67-32ED-71736E5AD7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8700" y="2578100"/>
            <a:ext cx="1308100" cy="130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7" name="Picture 21">
            <a:extLst>
              <a:ext uri="{FF2B5EF4-FFF2-40B4-BE49-F238E27FC236}">
                <a16:creationId xmlns:a16="http://schemas.microsoft.com/office/drawing/2014/main" id="{5051C6B7-B4F5-FBC3-D7D8-1BAFABC493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0500" y="2057400"/>
            <a:ext cx="1349375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8" name="Picture 22">
            <a:extLst>
              <a:ext uri="{FF2B5EF4-FFF2-40B4-BE49-F238E27FC236}">
                <a16:creationId xmlns:a16="http://schemas.microsoft.com/office/drawing/2014/main" id="{4EF5216B-6E35-9548-6C48-E1B85633CA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2900" y="2057400"/>
            <a:ext cx="1349375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79" name="Text Box 23">
            <a:extLst>
              <a:ext uri="{FF2B5EF4-FFF2-40B4-BE49-F238E27FC236}">
                <a16:creationId xmlns:a16="http://schemas.microsoft.com/office/drawing/2014/main" id="{939DA44B-386C-263A-5D15-CEF4CA3C7D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6100" y="4800600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upload</a:t>
            </a:r>
          </a:p>
        </p:txBody>
      </p:sp>
      <p:sp>
        <p:nvSpPr>
          <p:cNvPr id="36880" name="Text Box 25">
            <a:extLst>
              <a:ext uri="{FF2B5EF4-FFF2-40B4-BE49-F238E27FC236}">
                <a16:creationId xmlns:a16="http://schemas.microsoft.com/office/drawing/2014/main" id="{1D60153E-4769-1BD3-F38C-E1E3D5762C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295400"/>
            <a:ext cx="2286000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flash annotations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and scripting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altLang="en-US" sz="1800" i="1">
                <a:latin typeface="Arial" panose="020B0604020202020204" pitchFamily="34" charset="0"/>
              </a:rPr>
              <a:t>&lt;2 weeks</a:t>
            </a:r>
          </a:p>
        </p:txBody>
      </p:sp>
      <p:sp>
        <p:nvSpPr>
          <p:cNvPr id="36881" name="TextBox 29">
            <a:extLst>
              <a:ext uri="{FF2B5EF4-FFF2-40B4-BE49-F238E27FC236}">
                <a16:creationId xmlns:a16="http://schemas.microsoft.com/office/drawing/2014/main" id="{03259780-1A82-26B2-7050-EB05DF5239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4900" y="5410200"/>
            <a:ext cx="3067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2 to 4 wks total elapsed time</a:t>
            </a:r>
          </a:p>
        </p:txBody>
      </p:sp>
      <p:sp>
        <p:nvSpPr>
          <p:cNvPr id="36882" name="Rectangle 19">
            <a:hlinkClick r:id="rId10" action="ppaction://hlinkfile"/>
            <a:extLst>
              <a:ext uri="{FF2B5EF4-FFF2-40B4-BE49-F238E27FC236}">
                <a16:creationId xmlns:a16="http://schemas.microsoft.com/office/drawing/2014/main" id="{124A2BFC-0F99-8012-AC8A-1840887F2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371600"/>
            <a:ext cx="8305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1ED70AC-EABA-2441-6C1B-CDAD91E2A654}"/>
              </a:ext>
            </a:extLst>
          </p:cNvPr>
          <p:cNvSpPr/>
          <p:nvPr/>
        </p:nvSpPr>
        <p:spPr>
          <a:xfrm>
            <a:off x="7772400" y="5029200"/>
            <a:ext cx="1066800" cy="533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>
                <a:solidFill>
                  <a:srgbClr val="FFFFFF"/>
                </a:solidFill>
                <a:latin typeface="Calibri" panose="020F0502020204030204" pitchFamily="34" charset="0"/>
                <a:hlinkClick r:id="rId11"/>
              </a:rPr>
              <a:t>Example</a:t>
            </a:r>
            <a:endParaRPr lang="en-US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0F86FA6-F37F-BC60-E5A5-4762C6EF7CAC}"/>
              </a:ext>
            </a:extLst>
          </p:cNvPr>
          <p:cNvSpPr/>
          <p:nvPr/>
        </p:nvSpPr>
        <p:spPr>
          <a:xfrm>
            <a:off x="533400" y="5486400"/>
            <a:ext cx="1066800" cy="533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>
                <a:solidFill>
                  <a:srgbClr val="FFFFFF"/>
                </a:solidFill>
                <a:latin typeface="Calibri" panose="020F0502020204030204" pitchFamily="34" charset="0"/>
                <a:hlinkClick r:id="rId12"/>
              </a:rPr>
              <a:t>Example</a:t>
            </a:r>
            <a:endParaRPr lang="en-US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6889" name="Date Placeholder 1">
            <a:extLst>
              <a:ext uri="{FF2B5EF4-FFF2-40B4-BE49-F238E27FC236}">
                <a16:creationId xmlns:a16="http://schemas.microsoft.com/office/drawing/2014/main" id="{DA59D1DB-45D9-BBF8-0647-8CBC6F32E23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21A28DA-D254-4CE7-8DE2-C04F348C3BDB}" type="datetime1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4/20/2026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36890" name="Footer Placeholder 2">
            <a:extLst>
              <a:ext uri="{FF2B5EF4-FFF2-40B4-BE49-F238E27FC236}">
                <a16:creationId xmlns:a16="http://schemas.microsoft.com/office/drawing/2014/main" id="{63014C93-7B18-99BE-419D-D8CD3319D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©2000-2014 Vic Uzumeri</a:t>
            </a:r>
          </a:p>
        </p:txBody>
      </p:sp>
      <p:sp>
        <p:nvSpPr>
          <p:cNvPr id="36891" name="Slide Number Placeholder 3">
            <a:extLst>
              <a:ext uri="{FF2B5EF4-FFF2-40B4-BE49-F238E27FC236}">
                <a16:creationId xmlns:a16="http://schemas.microsoft.com/office/drawing/2014/main" id="{64575DF2-6764-D2EE-D856-0BC24B71C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F93BE17-CB80-48A5-A90F-32F220BB55D0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1">
            <a:extLst>
              <a:ext uri="{FF2B5EF4-FFF2-40B4-BE49-F238E27FC236}">
                <a16:creationId xmlns:a16="http://schemas.microsoft.com/office/drawing/2014/main" id="{CE54D66D-9DE4-EC1E-B31B-F5E3CD5AAD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5576888"/>
            <a:ext cx="4538663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1" name="Picture 24">
            <a:extLst>
              <a:ext uri="{FF2B5EF4-FFF2-40B4-BE49-F238E27FC236}">
                <a16:creationId xmlns:a16="http://schemas.microsoft.com/office/drawing/2014/main" id="{6324A066-624F-8224-F938-3B904799EC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4724400"/>
            <a:ext cx="1130300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20">
            <a:extLst>
              <a:ext uri="{FF2B5EF4-FFF2-40B4-BE49-F238E27FC236}">
                <a16:creationId xmlns:a16="http://schemas.microsoft.com/office/drawing/2014/main" id="{764146E1-9699-1506-EA12-D40E008084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600200"/>
            <a:ext cx="914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3" name="Rectangle 2">
            <a:extLst>
              <a:ext uri="{FF2B5EF4-FFF2-40B4-BE49-F238E27FC236}">
                <a16:creationId xmlns:a16="http://schemas.microsoft.com/office/drawing/2014/main" id="{6C4586BC-72F3-414D-159F-9A1783E8F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altLang="en-US"/>
              <a:t>PDFs</a:t>
            </a:r>
          </a:p>
        </p:txBody>
      </p:sp>
      <p:pic>
        <p:nvPicPr>
          <p:cNvPr id="37894" name="Picture 5">
            <a:extLst>
              <a:ext uri="{FF2B5EF4-FFF2-40B4-BE49-F238E27FC236}">
                <a16:creationId xmlns:a16="http://schemas.microsoft.com/office/drawing/2014/main" id="{E00BD3D5-87F2-B050-57DA-D8B8CB6A22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2819400"/>
            <a:ext cx="1358900" cy="162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5" name="Picture 6">
            <a:extLst>
              <a:ext uri="{FF2B5EF4-FFF2-40B4-BE49-F238E27FC236}">
                <a16:creationId xmlns:a16="http://schemas.microsoft.com/office/drawing/2014/main" id="{558E28B0-7A6A-C3E9-A6A0-3D2188BB5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5410200"/>
            <a:ext cx="1020763" cy="102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6" name="TextBox 22">
            <a:extLst>
              <a:ext uri="{FF2B5EF4-FFF2-40B4-BE49-F238E27FC236}">
                <a16:creationId xmlns:a16="http://schemas.microsoft.com/office/drawing/2014/main" id="{600A5A4C-3E25-0A11-7F07-716EFA5032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6350" y="4967288"/>
            <a:ext cx="221138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client review/edit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 </a:t>
            </a:r>
            <a:r>
              <a:rPr lang="en-US" altLang="en-US" sz="1800" i="1">
                <a:latin typeface="Arial" panose="020B0604020202020204" pitchFamily="34" charset="0"/>
              </a:rPr>
              <a:t>1 week (if needed) </a:t>
            </a:r>
          </a:p>
        </p:txBody>
      </p:sp>
      <p:sp>
        <p:nvSpPr>
          <p:cNvPr id="37897" name="TextBox 29">
            <a:extLst>
              <a:ext uri="{FF2B5EF4-FFF2-40B4-BE49-F238E27FC236}">
                <a16:creationId xmlns:a16="http://schemas.microsoft.com/office/drawing/2014/main" id="{661D84A1-93DC-A8C7-9B7E-7BA32A3A7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5881688"/>
            <a:ext cx="31861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1 to 5 days total elapsed time</a:t>
            </a:r>
          </a:p>
        </p:txBody>
      </p:sp>
      <p:pic>
        <p:nvPicPr>
          <p:cNvPr id="37898" name="Picture 10">
            <a:extLst>
              <a:ext uri="{FF2B5EF4-FFF2-40B4-BE49-F238E27FC236}">
                <a16:creationId xmlns:a16="http://schemas.microsoft.com/office/drawing/2014/main" id="{CD54FD23-B4C5-D321-CA9E-2669D1DCF9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3214688"/>
            <a:ext cx="1308100" cy="995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9" name="Picture 12">
            <a:extLst>
              <a:ext uri="{FF2B5EF4-FFF2-40B4-BE49-F238E27FC236}">
                <a16:creationId xmlns:a16="http://schemas.microsoft.com/office/drawing/2014/main" id="{7059928D-CF8C-442A-C68F-D80864C50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300" y="3214688"/>
            <a:ext cx="1308100" cy="995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00" name="Picture 13">
            <a:extLst>
              <a:ext uri="{FF2B5EF4-FFF2-40B4-BE49-F238E27FC236}">
                <a16:creationId xmlns:a16="http://schemas.microsoft.com/office/drawing/2014/main" id="{B03B2716-3BAB-1DB2-6653-BCD239E9E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3900488"/>
            <a:ext cx="573088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01" name="Picture 14">
            <a:extLst>
              <a:ext uri="{FF2B5EF4-FFF2-40B4-BE49-F238E27FC236}">
                <a16:creationId xmlns:a16="http://schemas.microsoft.com/office/drawing/2014/main" id="{A0AE74F4-1D69-028A-0E43-442DFD3DC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4205288"/>
            <a:ext cx="1349375" cy="67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02" name="Picture 17">
            <a:extLst>
              <a:ext uri="{FF2B5EF4-FFF2-40B4-BE49-F238E27FC236}">
                <a16:creationId xmlns:a16="http://schemas.microsoft.com/office/drawing/2014/main" id="{85D8E901-F6C9-B085-3D76-BC536CAFC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2528888"/>
            <a:ext cx="1349375" cy="67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903" name="Text Box 18">
            <a:extLst>
              <a:ext uri="{FF2B5EF4-FFF2-40B4-BE49-F238E27FC236}">
                <a16:creationId xmlns:a16="http://schemas.microsoft.com/office/drawing/2014/main" id="{8A331122-0FB5-4533-2961-2CF5D1148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5272088"/>
            <a:ext cx="914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upload</a:t>
            </a:r>
          </a:p>
        </p:txBody>
      </p:sp>
      <p:sp>
        <p:nvSpPr>
          <p:cNvPr id="37904" name="Text Box 19">
            <a:extLst>
              <a:ext uri="{FF2B5EF4-FFF2-40B4-BE49-F238E27FC236}">
                <a16:creationId xmlns:a16="http://schemas.microsoft.com/office/drawing/2014/main" id="{2FEEE410-CDEF-007B-B894-C86F7F3270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1600200"/>
            <a:ext cx="2133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convert to flash and embed in PDF</a:t>
            </a:r>
          </a:p>
        </p:txBody>
      </p:sp>
      <p:sp>
        <p:nvSpPr>
          <p:cNvPr id="37905" name="Text Box 23">
            <a:extLst>
              <a:ext uri="{FF2B5EF4-FFF2-40B4-BE49-F238E27FC236}">
                <a16:creationId xmlns:a16="http://schemas.microsoft.com/office/drawing/2014/main" id="{D9A79982-AC94-2B83-7D7E-BD30C6AB89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2209800"/>
            <a:ext cx="1371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&lt;1 day</a:t>
            </a:r>
          </a:p>
        </p:txBody>
      </p:sp>
      <p:sp>
        <p:nvSpPr>
          <p:cNvPr id="19" name="Rounded Rectangle 18">
            <a:hlinkClick r:id="rId11"/>
            <a:extLst>
              <a:ext uri="{FF2B5EF4-FFF2-40B4-BE49-F238E27FC236}">
                <a16:creationId xmlns:a16="http://schemas.microsoft.com/office/drawing/2014/main" id="{BFE07DCD-6CA0-04C1-8329-A72278A5DDCB}"/>
              </a:ext>
            </a:extLst>
          </p:cNvPr>
          <p:cNvSpPr/>
          <p:nvPr/>
        </p:nvSpPr>
        <p:spPr>
          <a:xfrm>
            <a:off x="7543800" y="4191000"/>
            <a:ext cx="1219200" cy="533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>
                <a:solidFill>
                  <a:srgbClr val="FFFFFF"/>
                </a:solidFill>
                <a:latin typeface="Calibri" panose="020F0502020204030204" pitchFamily="34" charset="0"/>
                <a:hlinkClick r:id="rId11"/>
              </a:rPr>
              <a:t>Examples</a:t>
            </a:r>
            <a:endParaRPr lang="en-US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7909" name="Text Box 19">
            <a:extLst>
              <a:ext uri="{FF2B5EF4-FFF2-40B4-BE49-F238E27FC236}">
                <a16:creationId xmlns:a16="http://schemas.microsoft.com/office/drawing/2014/main" id="{D6DD3372-214B-3A9E-DED2-334A859EBE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1905000"/>
            <a:ext cx="21336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Arial" panose="020B0604020202020204" pitchFamily="34" charset="0"/>
              </a:rPr>
              <a:t>PDF  &amp; Video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Arial" panose="020B0604020202020204" pitchFamily="34" charset="0"/>
              </a:rPr>
              <a:t>can be stored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Arial" panose="020B0604020202020204" pitchFamily="34" charset="0"/>
              </a:rPr>
              <a:t>in SharePoint</a:t>
            </a:r>
          </a:p>
        </p:txBody>
      </p:sp>
      <p:sp>
        <p:nvSpPr>
          <p:cNvPr id="37910" name="Date Placeholder 1">
            <a:extLst>
              <a:ext uri="{FF2B5EF4-FFF2-40B4-BE49-F238E27FC236}">
                <a16:creationId xmlns:a16="http://schemas.microsoft.com/office/drawing/2014/main" id="{9005FD79-2437-A4D9-B172-EEC2D5AC27D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7033403-E111-4AA5-88DC-438D289ECA36}" type="datetime1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4/20/2026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37911" name="Footer Placeholder 2">
            <a:extLst>
              <a:ext uri="{FF2B5EF4-FFF2-40B4-BE49-F238E27FC236}">
                <a16:creationId xmlns:a16="http://schemas.microsoft.com/office/drawing/2014/main" id="{84679205-4930-D20B-EDA3-4E98B42E9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©2000-2014 Vic Uzumeri</a:t>
            </a:r>
          </a:p>
        </p:txBody>
      </p:sp>
      <p:sp>
        <p:nvSpPr>
          <p:cNvPr id="37912" name="Slide Number Placeholder 3">
            <a:extLst>
              <a:ext uri="{FF2B5EF4-FFF2-40B4-BE49-F238E27FC236}">
                <a16:creationId xmlns:a16="http://schemas.microsoft.com/office/drawing/2014/main" id="{67CDC377-B1D5-A424-69F6-E6C33E1E4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8EDDD79-D175-4184-852D-6A80EA955605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F7554C3B-38C2-543A-E9D0-39FBE0F63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Searchable Web Archive</a:t>
            </a:r>
          </a:p>
        </p:txBody>
      </p:sp>
      <p:pic>
        <p:nvPicPr>
          <p:cNvPr id="38915" name="Picture 4">
            <a:extLst>
              <a:ext uri="{FF2B5EF4-FFF2-40B4-BE49-F238E27FC236}">
                <a16:creationId xmlns:a16="http://schemas.microsoft.com/office/drawing/2014/main" id="{99815479-BF9C-08F1-59F7-5C3C9DB499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2819400"/>
            <a:ext cx="1443038" cy="144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6" name="Picture 5">
            <a:extLst>
              <a:ext uri="{FF2B5EF4-FFF2-40B4-BE49-F238E27FC236}">
                <a16:creationId xmlns:a16="http://schemas.microsoft.com/office/drawing/2014/main" id="{EA5D5C89-D86E-ADD1-955F-60F331FCD1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5029200"/>
            <a:ext cx="5762625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7" name="TextBox 16">
            <a:extLst>
              <a:ext uri="{FF2B5EF4-FFF2-40B4-BE49-F238E27FC236}">
                <a16:creationId xmlns:a16="http://schemas.microsoft.com/office/drawing/2014/main" id="{19BCC375-8A26-6986-3220-FDFE762F0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1447800"/>
            <a:ext cx="1041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script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>
                <a:latin typeface="Arial" panose="020B0604020202020204" pitchFamily="34" charset="0"/>
              </a:rPr>
              <a:t>&lt;1 week</a:t>
            </a:r>
          </a:p>
        </p:txBody>
      </p:sp>
      <p:sp>
        <p:nvSpPr>
          <p:cNvPr id="38918" name="TextBox 22">
            <a:extLst>
              <a:ext uri="{FF2B5EF4-FFF2-40B4-BE49-F238E27FC236}">
                <a16:creationId xmlns:a16="http://schemas.microsoft.com/office/drawing/2014/main" id="{BEC7CEFF-DA85-64A2-FADF-D640CF4C0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3350" y="4495800"/>
            <a:ext cx="2038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client review / edit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 </a:t>
            </a:r>
            <a:r>
              <a:rPr lang="en-US" altLang="en-US" sz="1800" i="1">
                <a:latin typeface="Arial" panose="020B0604020202020204" pitchFamily="34" charset="0"/>
              </a:rPr>
              <a:t>(optional)</a:t>
            </a:r>
          </a:p>
        </p:txBody>
      </p:sp>
      <p:sp>
        <p:nvSpPr>
          <p:cNvPr id="38919" name="TextBox 29">
            <a:extLst>
              <a:ext uri="{FF2B5EF4-FFF2-40B4-BE49-F238E27FC236}">
                <a16:creationId xmlns:a16="http://schemas.microsoft.com/office/drawing/2014/main" id="{C37B5A0F-B948-E846-8FC4-85C6858DD6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5410200"/>
            <a:ext cx="26654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&lt; 1wk total elapsed time</a:t>
            </a:r>
          </a:p>
        </p:txBody>
      </p:sp>
      <p:pic>
        <p:nvPicPr>
          <p:cNvPr id="38920" name="Picture 10">
            <a:extLst>
              <a:ext uri="{FF2B5EF4-FFF2-40B4-BE49-F238E27FC236}">
                <a16:creationId xmlns:a16="http://schemas.microsoft.com/office/drawing/2014/main" id="{822C008C-7A33-4950-0E0A-C8D019364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343400"/>
            <a:ext cx="1130300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21" name="Picture 11">
            <a:extLst>
              <a:ext uri="{FF2B5EF4-FFF2-40B4-BE49-F238E27FC236}">
                <a16:creationId xmlns:a16="http://schemas.microsoft.com/office/drawing/2014/main" id="{5FCC9E5F-C1DB-4E86-D615-D6D2B923AF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743200"/>
            <a:ext cx="1308100" cy="99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22" name="Picture 12">
            <a:extLst>
              <a:ext uri="{FF2B5EF4-FFF2-40B4-BE49-F238E27FC236}">
                <a16:creationId xmlns:a16="http://schemas.microsoft.com/office/drawing/2014/main" id="{E82BA399-A23A-8544-D683-AB716B171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5100" y="2743200"/>
            <a:ext cx="1308100" cy="99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23" name="Picture 13">
            <a:extLst>
              <a:ext uri="{FF2B5EF4-FFF2-40B4-BE49-F238E27FC236}">
                <a16:creationId xmlns:a16="http://schemas.microsoft.com/office/drawing/2014/main" id="{2D4F34FB-05BD-501A-39FC-F4E741C37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6300" y="2743200"/>
            <a:ext cx="1308100" cy="99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24" name="Picture 14">
            <a:extLst>
              <a:ext uri="{FF2B5EF4-FFF2-40B4-BE49-F238E27FC236}">
                <a16:creationId xmlns:a16="http://schemas.microsoft.com/office/drawing/2014/main" id="{FB32F7AC-63AB-621D-2742-D916CAC815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429000"/>
            <a:ext cx="573088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25" name="Picture 15">
            <a:extLst>
              <a:ext uri="{FF2B5EF4-FFF2-40B4-BE49-F238E27FC236}">
                <a16:creationId xmlns:a16="http://schemas.microsoft.com/office/drawing/2014/main" id="{3CA80333-C17E-961D-DA73-3F3042083E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3733800"/>
            <a:ext cx="1349375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26" name="Picture 17">
            <a:extLst>
              <a:ext uri="{FF2B5EF4-FFF2-40B4-BE49-F238E27FC236}">
                <a16:creationId xmlns:a16="http://schemas.microsoft.com/office/drawing/2014/main" id="{BEB88BFC-4564-C392-8D7D-B1F27F687D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057400"/>
            <a:ext cx="1349375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27" name="Picture 18">
            <a:extLst>
              <a:ext uri="{FF2B5EF4-FFF2-40B4-BE49-F238E27FC236}">
                <a16:creationId xmlns:a16="http://schemas.microsoft.com/office/drawing/2014/main" id="{6D011559-4BB9-97EE-E5FE-413DCCB836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2057400"/>
            <a:ext cx="1349375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28" name="Text Box 19">
            <a:extLst>
              <a:ext uri="{FF2B5EF4-FFF2-40B4-BE49-F238E27FC236}">
                <a16:creationId xmlns:a16="http://schemas.microsoft.com/office/drawing/2014/main" id="{16A57DA5-5BA9-196F-B4CE-911CA969CF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4800600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upload</a:t>
            </a:r>
          </a:p>
        </p:txBody>
      </p:sp>
      <p:sp>
        <p:nvSpPr>
          <p:cNvPr id="38929" name="Rectangle 19">
            <a:hlinkClick r:id="rId9" action="ppaction://hlinkfile"/>
            <a:extLst>
              <a:ext uri="{FF2B5EF4-FFF2-40B4-BE49-F238E27FC236}">
                <a16:creationId xmlns:a16="http://schemas.microsoft.com/office/drawing/2014/main" id="{CB03D4C9-856A-3072-33E3-A125694F11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371600"/>
            <a:ext cx="8305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8" name="Rounded Rectangle 17">
            <a:hlinkClick r:id="rId10"/>
            <a:extLst>
              <a:ext uri="{FF2B5EF4-FFF2-40B4-BE49-F238E27FC236}">
                <a16:creationId xmlns:a16="http://schemas.microsoft.com/office/drawing/2014/main" id="{CFFE33B3-904D-735B-49F3-739FA152E14B}"/>
              </a:ext>
            </a:extLst>
          </p:cNvPr>
          <p:cNvSpPr/>
          <p:nvPr/>
        </p:nvSpPr>
        <p:spPr>
          <a:xfrm>
            <a:off x="7086600" y="4419600"/>
            <a:ext cx="1219200" cy="533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>
                <a:solidFill>
                  <a:srgbClr val="FFFFFF"/>
                </a:solidFill>
                <a:latin typeface="Calibri" panose="020F0502020204030204" pitchFamily="34" charset="0"/>
                <a:hlinkClick r:id="rId11"/>
              </a:rPr>
              <a:t>Examples</a:t>
            </a:r>
            <a:endParaRPr lang="en-US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8933" name="Date Placeholder 1">
            <a:extLst>
              <a:ext uri="{FF2B5EF4-FFF2-40B4-BE49-F238E27FC236}">
                <a16:creationId xmlns:a16="http://schemas.microsoft.com/office/drawing/2014/main" id="{F7AD742E-FC4B-C631-D920-AE9CB0F670D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FD880A0-4FAD-4D65-BB03-CED28A08A574}" type="datetime1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4/20/2026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38934" name="Footer Placeholder 2">
            <a:extLst>
              <a:ext uri="{FF2B5EF4-FFF2-40B4-BE49-F238E27FC236}">
                <a16:creationId xmlns:a16="http://schemas.microsoft.com/office/drawing/2014/main" id="{F06C086D-F382-550F-9B79-C47321372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©2000-2014 Vic Uzumeri</a:t>
            </a:r>
          </a:p>
        </p:txBody>
      </p:sp>
      <p:sp>
        <p:nvSpPr>
          <p:cNvPr id="38935" name="Slide Number Placeholder 3">
            <a:extLst>
              <a:ext uri="{FF2B5EF4-FFF2-40B4-BE49-F238E27FC236}">
                <a16:creationId xmlns:a16="http://schemas.microsoft.com/office/drawing/2014/main" id="{0DB7B6D9-A48F-5588-E257-66E636828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D0A825E-6650-4556-A2DA-1A6CA797ADDD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AA1B6E11-3EE9-55AE-FAAA-B750E13DF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altLang="en-US"/>
              <a:t>Video for Troubleshooting</a:t>
            </a:r>
          </a:p>
        </p:txBody>
      </p:sp>
      <p:grpSp>
        <p:nvGrpSpPr>
          <p:cNvPr id="39939" name="Group 24">
            <a:extLst>
              <a:ext uri="{FF2B5EF4-FFF2-40B4-BE49-F238E27FC236}">
                <a16:creationId xmlns:a16="http://schemas.microsoft.com/office/drawing/2014/main" id="{D8A9FCFE-0820-CFFD-DA0B-38A7A03124A5}"/>
              </a:ext>
            </a:extLst>
          </p:cNvPr>
          <p:cNvGrpSpPr>
            <a:grpSpLocks/>
          </p:cNvGrpSpPr>
          <p:nvPr/>
        </p:nvGrpSpPr>
        <p:grpSpPr bwMode="auto">
          <a:xfrm>
            <a:off x="835025" y="1371600"/>
            <a:ext cx="7443788" cy="4419600"/>
            <a:chOff x="685800" y="1219200"/>
            <a:chExt cx="7956331" cy="4724400"/>
          </a:xfrm>
        </p:grpSpPr>
        <p:sp>
          <p:nvSpPr>
            <p:cNvPr id="39949" name="TextBox 22">
              <a:extLst>
                <a:ext uri="{FF2B5EF4-FFF2-40B4-BE49-F238E27FC236}">
                  <a16:creationId xmlns:a16="http://schemas.microsoft.com/office/drawing/2014/main" id="{37F50782-64F6-505F-B396-8DA601D3EB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0" y="1600200"/>
              <a:ext cx="1600200" cy="9159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i="1">
                  <a:latin typeface="Arial" panose="020B0604020202020204" pitchFamily="34" charset="0"/>
                </a:rPr>
                <a:t>experts review and comment</a:t>
              </a:r>
            </a:p>
          </p:txBody>
        </p:sp>
        <p:pic>
          <p:nvPicPr>
            <p:cNvPr id="39950" name="Picture 9">
              <a:extLst>
                <a:ext uri="{FF2B5EF4-FFF2-40B4-BE49-F238E27FC236}">
                  <a16:creationId xmlns:a16="http://schemas.microsoft.com/office/drawing/2014/main" id="{3A1A3F3A-0CB9-AC36-101C-7C58A6E51D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5400" y="3200400"/>
              <a:ext cx="1130300" cy="1257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951" name="Picture 10">
              <a:extLst>
                <a:ext uri="{FF2B5EF4-FFF2-40B4-BE49-F238E27FC236}">
                  <a16:creationId xmlns:a16="http://schemas.microsoft.com/office/drawing/2014/main" id="{B90E4348-1722-00AD-F7A8-076EACC6A0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2875" y="3124200"/>
              <a:ext cx="1308100" cy="995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952" name="Text Box 18">
              <a:extLst>
                <a:ext uri="{FF2B5EF4-FFF2-40B4-BE49-F238E27FC236}">
                  <a16:creationId xmlns:a16="http://schemas.microsoft.com/office/drawing/2014/main" id="{43F95E13-B734-B1B6-B566-84D0E879A5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4400" y="2477869"/>
              <a:ext cx="182880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upload video of problem</a:t>
              </a:r>
            </a:p>
          </p:txBody>
        </p:sp>
        <p:pic>
          <p:nvPicPr>
            <p:cNvPr id="39953" name="Picture 5" descr="\\Sydney\data\zipfiles_registered\icons_and_ClipArt\ProfessionalIcons\ix_ObjectsAndPeople_all\32x32\plain\pawn_glass_blue.png">
              <a:extLst>
                <a:ext uri="{FF2B5EF4-FFF2-40B4-BE49-F238E27FC236}">
                  <a16:creationId xmlns:a16="http://schemas.microsoft.com/office/drawing/2014/main" id="{BB1F9946-CF21-D7DE-1724-6D90BCF522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81475" y="1219200"/>
              <a:ext cx="847725" cy="847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954" name="Picture 2" descr="\\Sydney\data\zipfiles_registered\icons_and_ClipArt\ProfessionalIcons\ix_ObjectsAndPeople_all\32x32\plain\pawn_glass_red.png">
              <a:extLst>
                <a:ext uri="{FF2B5EF4-FFF2-40B4-BE49-F238E27FC236}">
                  <a16:creationId xmlns:a16="http://schemas.microsoft.com/office/drawing/2014/main" id="{803989EA-C3CB-2867-6737-C62DA949D6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" y="3124200"/>
              <a:ext cx="838200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955" name="Picture 44">
              <a:extLst>
                <a:ext uri="{FF2B5EF4-FFF2-40B4-BE49-F238E27FC236}">
                  <a16:creationId xmlns:a16="http://schemas.microsoft.com/office/drawing/2014/main" id="{921B2A7A-B7D7-EE08-EB69-20AF4386BA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403204">
              <a:off x="4410075" y="2133600"/>
              <a:ext cx="523875" cy="893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956" name="Picture 45">
              <a:extLst>
                <a:ext uri="{FF2B5EF4-FFF2-40B4-BE49-F238E27FC236}">
                  <a16:creationId xmlns:a16="http://schemas.microsoft.com/office/drawing/2014/main" id="{4E629008-11A3-EEB5-647B-47A59F81F6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415407">
              <a:off x="4333875" y="4114800"/>
              <a:ext cx="523875" cy="893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957" name="Picture 46">
              <a:extLst>
                <a:ext uri="{FF2B5EF4-FFF2-40B4-BE49-F238E27FC236}">
                  <a16:creationId xmlns:a16="http://schemas.microsoft.com/office/drawing/2014/main" id="{1B756615-983D-BD3F-3802-6C5DD4C7B4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1876566">
              <a:off x="3648075" y="2209800"/>
              <a:ext cx="523875" cy="893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958" name="Picture 47">
              <a:extLst>
                <a:ext uri="{FF2B5EF4-FFF2-40B4-BE49-F238E27FC236}">
                  <a16:creationId xmlns:a16="http://schemas.microsoft.com/office/drawing/2014/main" id="{DBA9AAA7-3806-6A49-9292-E05D31D429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8096055">
              <a:off x="3528219" y="4082256"/>
              <a:ext cx="523875" cy="893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959" name="Picture 48">
              <a:extLst>
                <a:ext uri="{FF2B5EF4-FFF2-40B4-BE49-F238E27FC236}">
                  <a16:creationId xmlns:a16="http://schemas.microsoft.com/office/drawing/2014/main" id="{52D9A187-40D6-BC45-2754-B456682571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8096055">
              <a:off x="5280819" y="2329656"/>
              <a:ext cx="523875" cy="893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960" name="Picture 49">
              <a:extLst>
                <a:ext uri="{FF2B5EF4-FFF2-40B4-BE49-F238E27FC236}">
                  <a16:creationId xmlns:a16="http://schemas.microsoft.com/office/drawing/2014/main" id="{B68CE7A6-8B1C-A7D0-1675-B9DB26CC8E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1876566">
              <a:off x="5172075" y="4038600"/>
              <a:ext cx="523875" cy="893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961" name="Picture 5" descr="\\Sydney\data\zipfiles_registered\icons_and_ClipArt\ProfessionalIcons\ix_ObjectsAndPeople_all\32x32\plain\pawn_glass_blue.png">
              <a:extLst>
                <a:ext uri="{FF2B5EF4-FFF2-40B4-BE49-F238E27FC236}">
                  <a16:creationId xmlns:a16="http://schemas.microsoft.com/office/drawing/2014/main" id="{56997132-A53B-C7A6-880D-C4C9EF5252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76875" y="1524000"/>
              <a:ext cx="847725" cy="847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962" name="Picture 5" descr="\\Sydney\data\zipfiles_registered\icons_and_ClipArt\ProfessionalIcons\ix_ObjectsAndPeople_all\32x32\plain\pawn_glass_blue.png">
              <a:extLst>
                <a:ext uri="{FF2B5EF4-FFF2-40B4-BE49-F238E27FC236}">
                  <a16:creationId xmlns:a16="http://schemas.microsoft.com/office/drawing/2014/main" id="{7A521356-0400-F089-0DE5-B68BEF14EB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8475" y="1447800"/>
              <a:ext cx="847725" cy="847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963" name="Picture 5" descr="\\Sydney\data\zipfiles_registered\icons_and_ClipArt\ProfessionalIcons\ix_ObjectsAndPeople_all\32x32\plain\pawn_glass_blue.png">
              <a:extLst>
                <a:ext uri="{FF2B5EF4-FFF2-40B4-BE49-F238E27FC236}">
                  <a16:creationId xmlns:a16="http://schemas.microsoft.com/office/drawing/2014/main" id="{EB39C1EE-C3B0-7FAC-96C6-1ED12DB41E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6075" y="4800600"/>
              <a:ext cx="847725" cy="847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964" name="Picture 5" descr="\\Sydney\data\zipfiles_registered\icons_and_ClipArt\ProfessionalIcons\ix_ObjectsAndPeople_all\32x32\plain\pawn_glass_blue.png">
              <a:extLst>
                <a:ext uri="{FF2B5EF4-FFF2-40B4-BE49-F238E27FC236}">
                  <a16:creationId xmlns:a16="http://schemas.microsoft.com/office/drawing/2014/main" id="{54BFDAC1-B520-7B5E-AA02-7FFDDD8CA6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71950" y="5095875"/>
              <a:ext cx="847725" cy="847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965" name="Picture 5" descr="\\Sydney\data\zipfiles_registered\icons_and_ClipArt\ProfessionalIcons\ix_ObjectsAndPeople_all\32x32\plain\pawn_glass_blue.png">
              <a:extLst>
                <a:ext uri="{FF2B5EF4-FFF2-40B4-BE49-F238E27FC236}">
                  <a16:creationId xmlns:a16="http://schemas.microsoft.com/office/drawing/2014/main" id="{F8455F0D-E724-D4F0-61B2-833BD8E47B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00675" y="4876800"/>
              <a:ext cx="847725" cy="847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966" name="Picture 56">
              <a:extLst>
                <a:ext uri="{FF2B5EF4-FFF2-40B4-BE49-F238E27FC236}">
                  <a16:creationId xmlns:a16="http://schemas.microsoft.com/office/drawing/2014/main" id="{7D453720-0618-A7B0-33EA-25F5E1C129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698774">
              <a:off x="2443163" y="3297238"/>
              <a:ext cx="1333500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967" name="Picture 57">
              <a:extLst>
                <a:ext uri="{FF2B5EF4-FFF2-40B4-BE49-F238E27FC236}">
                  <a16:creationId xmlns:a16="http://schemas.microsoft.com/office/drawing/2014/main" id="{7E82744A-1F89-AB20-0E5A-A46574504A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57813" y="3352800"/>
              <a:ext cx="1881187" cy="496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968" name="Text Box 58">
              <a:extLst>
                <a:ext uri="{FF2B5EF4-FFF2-40B4-BE49-F238E27FC236}">
                  <a16:creationId xmlns:a16="http://schemas.microsoft.com/office/drawing/2014/main" id="{B67AEACA-70C6-330C-ED32-A1E8A6125D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41931" y="3255579"/>
              <a:ext cx="1600200" cy="6909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i="1">
                  <a:latin typeface="Arial" panose="020B0604020202020204" pitchFamily="34" charset="0"/>
                </a:rPr>
                <a:t>archived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i="1">
                  <a:latin typeface="Arial" panose="020B0604020202020204" pitchFamily="34" charset="0"/>
                </a:rPr>
                <a:t>solution</a:t>
              </a:r>
            </a:p>
          </p:txBody>
        </p:sp>
      </p:grpSp>
      <p:pic>
        <p:nvPicPr>
          <p:cNvPr id="39940" name="Picture 5">
            <a:extLst>
              <a:ext uri="{FF2B5EF4-FFF2-40B4-BE49-F238E27FC236}">
                <a16:creationId xmlns:a16="http://schemas.microsoft.com/office/drawing/2014/main" id="{FCF56EB1-12D8-FB4A-F92E-FC982E0DA6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5867400"/>
            <a:ext cx="5762625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1" name="TextBox 29">
            <a:extLst>
              <a:ext uri="{FF2B5EF4-FFF2-40B4-BE49-F238E27FC236}">
                <a16:creationId xmlns:a16="http://schemas.microsoft.com/office/drawing/2014/main" id="{274834DA-1DEB-647C-5083-862E802FEA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6248400"/>
            <a:ext cx="24669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as little as a few hours</a:t>
            </a:r>
          </a:p>
        </p:txBody>
      </p:sp>
      <p:sp>
        <p:nvSpPr>
          <p:cNvPr id="39942" name="Rectangle 28">
            <a:hlinkClick r:id="rId10"/>
            <a:extLst>
              <a:ext uri="{FF2B5EF4-FFF2-40B4-BE49-F238E27FC236}">
                <a16:creationId xmlns:a16="http://schemas.microsoft.com/office/drawing/2014/main" id="{1EDB6578-242D-8071-671C-385631110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371600"/>
            <a:ext cx="8305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7" name="Rounded Rectangle 26">
            <a:hlinkClick r:id="rId11"/>
            <a:extLst>
              <a:ext uri="{FF2B5EF4-FFF2-40B4-BE49-F238E27FC236}">
                <a16:creationId xmlns:a16="http://schemas.microsoft.com/office/drawing/2014/main" id="{A68EE127-4759-EC07-7C23-B8E86E638839}"/>
              </a:ext>
            </a:extLst>
          </p:cNvPr>
          <p:cNvSpPr/>
          <p:nvPr/>
        </p:nvSpPr>
        <p:spPr>
          <a:xfrm>
            <a:off x="7086600" y="4419600"/>
            <a:ext cx="1219200" cy="533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>
                <a:solidFill>
                  <a:srgbClr val="FFFFFF"/>
                </a:solidFill>
                <a:latin typeface="Calibri" panose="020F0502020204030204" pitchFamily="34" charset="0"/>
                <a:hlinkClick r:id="rId12"/>
              </a:rPr>
              <a:t>Example</a:t>
            </a:r>
            <a:endParaRPr lang="en-US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9946" name="Date Placeholder 1">
            <a:extLst>
              <a:ext uri="{FF2B5EF4-FFF2-40B4-BE49-F238E27FC236}">
                <a16:creationId xmlns:a16="http://schemas.microsoft.com/office/drawing/2014/main" id="{EF28FBD4-AE18-F12C-C28E-CD754C23A5A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40F404-8B1A-4106-8CCB-2E401F04D4F6}" type="datetime1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4/20/2026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39947" name="Footer Placeholder 2">
            <a:extLst>
              <a:ext uri="{FF2B5EF4-FFF2-40B4-BE49-F238E27FC236}">
                <a16:creationId xmlns:a16="http://schemas.microsoft.com/office/drawing/2014/main" id="{91941235-0C25-3FAB-59A4-CFD26EE6F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©2000-2014 Vic Uzumeri</a:t>
            </a:r>
          </a:p>
        </p:txBody>
      </p:sp>
      <p:sp>
        <p:nvSpPr>
          <p:cNvPr id="39948" name="Slide Number Placeholder 3">
            <a:extLst>
              <a:ext uri="{FF2B5EF4-FFF2-40B4-BE49-F238E27FC236}">
                <a16:creationId xmlns:a16="http://schemas.microsoft.com/office/drawing/2014/main" id="{82B53D0C-A237-D42E-401B-CEF9A1E43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A63C3D6-194F-4179-84B3-1ABB800575E0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4F2D35DD-1EB3-AE35-D495-456724FE1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Cataloging &amp; Communicating</a:t>
            </a:r>
          </a:p>
        </p:txBody>
      </p:sp>
      <p:pic>
        <p:nvPicPr>
          <p:cNvPr id="40963" name="Picture 9">
            <a:extLst>
              <a:ext uri="{FF2B5EF4-FFF2-40B4-BE49-F238E27FC236}">
                <a16:creationId xmlns:a16="http://schemas.microsoft.com/office/drawing/2014/main" id="{BD0E8AFE-D012-504B-C091-19994C5392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848100"/>
            <a:ext cx="1130300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4" name="Picture 10">
            <a:extLst>
              <a:ext uri="{FF2B5EF4-FFF2-40B4-BE49-F238E27FC236}">
                <a16:creationId xmlns:a16="http://schemas.microsoft.com/office/drawing/2014/main" id="{258093BD-EDA9-9296-A225-1B2A1E5182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2247900"/>
            <a:ext cx="1308100" cy="99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5" name="Picture 13">
            <a:extLst>
              <a:ext uri="{FF2B5EF4-FFF2-40B4-BE49-F238E27FC236}">
                <a16:creationId xmlns:a16="http://schemas.microsoft.com/office/drawing/2014/main" id="{6C0DF85D-F200-30C8-CF66-AA40C5B24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933700"/>
            <a:ext cx="573088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6" name="Text Box 36">
            <a:extLst>
              <a:ext uri="{FF2B5EF4-FFF2-40B4-BE49-F238E27FC236}">
                <a16:creationId xmlns:a16="http://schemas.microsoft.com/office/drawing/2014/main" id="{232DF4D0-587A-1C8F-2CE8-63163B7869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4533900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upload</a:t>
            </a:r>
          </a:p>
        </p:txBody>
      </p:sp>
      <p:pic>
        <p:nvPicPr>
          <p:cNvPr id="40967" name="Picture 5">
            <a:extLst>
              <a:ext uri="{FF2B5EF4-FFF2-40B4-BE49-F238E27FC236}">
                <a16:creationId xmlns:a16="http://schemas.microsoft.com/office/drawing/2014/main" id="{F7784F83-C502-86CE-BFCE-D8830AB1A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5334000"/>
            <a:ext cx="5762625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8" name="TextBox 29">
            <a:extLst>
              <a:ext uri="{FF2B5EF4-FFF2-40B4-BE49-F238E27FC236}">
                <a16:creationId xmlns:a16="http://schemas.microsoft.com/office/drawing/2014/main" id="{378D41A1-9873-DAB9-B918-3782719181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3175" y="5715000"/>
            <a:ext cx="11207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minutes?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4413C5CD-86BA-9192-72F3-BB677BB94352}"/>
              </a:ext>
            </a:extLst>
          </p:cNvPr>
          <p:cNvSpPr/>
          <p:nvPr/>
        </p:nvSpPr>
        <p:spPr>
          <a:xfrm>
            <a:off x="5345113" y="2473325"/>
            <a:ext cx="1338262" cy="204788"/>
          </a:xfrm>
          <a:custGeom>
            <a:avLst/>
            <a:gdLst>
              <a:gd name="connsiteX0" fmla="*/ 0 w 1339403"/>
              <a:gd name="connsiteY0" fmla="*/ 206062 h 206062"/>
              <a:gd name="connsiteX1" fmla="*/ 837127 w 1339403"/>
              <a:gd name="connsiteY1" fmla="*/ 0 h 206062"/>
              <a:gd name="connsiteX2" fmla="*/ 656823 w 1339403"/>
              <a:gd name="connsiteY2" fmla="*/ 193183 h 206062"/>
              <a:gd name="connsiteX3" fmla="*/ 1339403 w 1339403"/>
              <a:gd name="connsiteY3" fmla="*/ 38636 h 206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9403" h="206062">
                <a:moveTo>
                  <a:pt x="0" y="206062"/>
                </a:moveTo>
                <a:lnTo>
                  <a:pt x="837127" y="0"/>
                </a:lnTo>
                <a:lnTo>
                  <a:pt x="656823" y="193183"/>
                </a:lnTo>
                <a:lnTo>
                  <a:pt x="1339403" y="38636"/>
                </a:lnTo>
              </a:path>
            </a:pathLst>
          </a:cu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5080EE-D8F2-46C5-9043-FF63C6B813B0}"/>
              </a:ext>
            </a:extLst>
          </p:cNvPr>
          <p:cNvSpPr/>
          <p:nvPr/>
        </p:nvSpPr>
        <p:spPr>
          <a:xfrm>
            <a:off x="6858000" y="2209800"/>
            <a:ext cx="1219200" cy="762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 err="1">
                <a:solidFill>
                  <a:srgbClr val="7030A0"/>
                </a:solidFill>
              </a:rPr>
              <a:t>EMail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11" name="Rounded Rectangle 10">
            <a:hlinkClick r:id="rId6"/>
            <a:extLst>
              <a:ext uri="{FF2B5EF4-FFF2-40B4-BE49-F238E27FC236}">
                <a16:creationId xmlns:a16="http://schemas.microsoft.com/office/drawing/2014/main" id="{F6508881-9369-08AD-0414-97D01158A79D}"/>
              </a:ext>
            </a:extLst>
          </p:cNvPr>
          <p:cNvSpPr/>
          <p:nvPr/>
        </p:nvSpPr>
        <p:spPr>
          <a:xfrm>
            <a:off x="6858000" y="3429000"/>
            <a:ext cx="1219200" cy="533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>
                <a:solidFill>
                  <a:srgbClr val="FFFFFF"/>
                </a:solidFill>
                <a:latin typeface="Calibri" panose="020F0502020204030204" pitchFamily="34" charset="0"/>
                <a:hlinkClick r:id="rId7"/>
              </a:rPr>
              <a:t>Example</a:t>
            </a:r>
            <a:endParaRPr lang="en-US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40974" name="Date Placeholder 1">
            <a:extLst>
              <a:ext uri="{FF2B5EF4-FFF2-40B4-BE49-F238E27FC236}">
                <a16:creationId xmlns:a16="http://schemas.microsoft.com/office/drawing/2014/main" id="{F002700C-0EDB-1240-B971-ED5C55C56B5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B42DFF1-DEEA-4C28-ACF7-B81680833412}" type="datetime1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4/20/2026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40975" name="Footer Placeholder 2">
            <a:extLst>
              <a:ext uri="{FF2B5EF4-FFF2-40B4-BE49-F238E27FC236}">
                <a16:creationId xmlns:a16="http://schemas.microsoft.com/office/drawing/2014/main" id="{FD5D848E-10D4-4450-C046-284E35E14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©2000-2014 Vic Uzumeri</a:t>
            </a:r>
          </a:p>
        </p:txBody>
      </p:sp>
      <p:sp>
        <p:nvSpPr>
          <p:cNvPr id="40976" name="Slide Number Placeholder 3">
            <a:extLst>
              <a:ext uri="{FF2B5EF4-FFF2-40B4-BE49-F238E27FC236}">
                <a16:creationId xmlns:a16="http://schemas.microsoft.com/office/drawing/2014/main" id="{905F3709-D4B4-D06E-2D19-781E7946F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09039AD-DD67-48CA-BAC9-2EC5C8DCC48F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6D9067D-5768-C9C6-6474-87E33C7CA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Importance of speed to an ERP Deployment</a:t>
            </a:r>
          </a:p>
        </p:txBody>
      </p:sp>
      <p:sp>
        <p:nvSpPr>
          <p:cNvPr id="41987" name="Text Placeholder 4">
            <a:extLst>
              <a:ext uri="{FF2B5EF4-FFF2-40B4-BE49-F238E27FC236}">
                <a16:creationId xmlns:a16="http://schemas.microsoft.com/office/drawing/2014/main" id="{8DD04C13-B9A7-60AD-C011-3E72330A1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41988" name="Date Placeholder 1">
            <a:extLst>
              <a:ext uri="{FF2B5EF4-FFF2-40B4-BE49-F238E27FC236}">
                <a16:creationId xmlns:a16="http://schemas.microsoft.com/office/drawing/2014/main" id="{970715DE-08C3-A37B-654A-C9DC5C7E273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1E4A1A-587B-48C5-8D49-B7E7590B5C0E}" type="datetime1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4/20/2026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41989" name="Footer Placeholder 2">
            <a:extLst>
              <a:ext uri="{FF2B5EF4-FFF2-40B4-BE49-F238E27FC236}">
                <a16:creationId xmlns:a16="http://schemas.microsoft.com/office/drawing/2014/main" id="{159BC13F-B345-5DEE-0066-2D4C605F8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©2000-2014 Vic Uzumeri</a:t>
            </a:r>
          </a:p>
        </p:txBody>
      </p:sp>
      <p:sp>
        <p:nvSpPr>
          <p:cNvPr id="41990" name="Slide Number Placeholder 5">
            <a:extLst>
              <a:ext uri="{FF2B5EF4-FFF2-40B4-BE49-F238E27FC236}">
                <a16:creationId xmlns:a16="http://schemas.microsoft.com/office/drawing/2014/main" id="{626C37CB-9047-421B-D5FB-9100B3315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7A3F150-55E8-4808-B92C-0B1DFAC74A7A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oter Placeholder 3">
            <a:extLst>
              <a:ext uri="{FF2B5EF4-FFF2-40B4-BE49-F238E27FC236}">
                <a16:creationId xmlns:a16="http://schemas.microsoft.com/office/drawing/2014/main" id="{C0FBBADD-93F8-9850-F8D2-BC43D08A9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356350"/>
            <a:ext cx="2133600" cy="365125"/>
          </a:xfrm>
        </p:spPr>
        <p:txBody>
          <a:bodyPr rtlCol="0"/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©2000-2014 Vic Uzumeri</a:t>
            </a:r>
          </a:p>
        </p:txBody>
      </p:sp>
      <p:sp>
        <p:nvSpPr>
          <p:cNvPr id="43011" name="Line 2">
            <a:extLst>
              <a:ext uri="{FF2B5EF4-FFF2-40B4-BE49-F238E27FC236}">
                <a16:creationId xmlns:a16="http://schemas.microsoft.com/office/drawing/2014/main" id="{D3AE47B7-698A-7226-0E49-E9B139D68F92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2438400"/>
            <a:ext cx="320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43012" name="Line 3">
            <a:extLst>
              <a:ext uri="{FF2B5EF4-FFF2-40B4-BE49-F238E27FC236}">
                <a16:creationId xmlns:a16="http://schemas.microsoft.com/office/drawing/2014/main" id="{A406FAF7-6407-9274-C430-2FDEB97E188F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22860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43013" name="Text Box 4">
            <a:extLst>
              <a:ext uri="{FF2B5EF4-FFF2-40B4-BE49-F238E27FC236}">
                <a16:creationId xmlns:a16="http://schemas.microsoft.com/office/drawing/2014/main" id="{E02978AA-12F2-8B26-24B6-BFB2AAA6C9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905000"/>
            <a:ext cx="996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“go live”</a:t>
            </a:r>
          </a:p>
        </p:txBody>
      </p:sp>
      <p:sp>
        <p:nvSpPr>
          <p:cNvPr id="43014" name="Line 6">
            <a:extLst>
              <a:ext uri="{FF2B5EF4-FFF2-40B4-BE49-F238E27FC236}">
                <a16:creationId xmlns:a16="http://schemas.microsoft.com/office/drawing/2014/main" id="{AD333140-3A63-A40C-F5D6-F62C362E18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19200" y="3200400"/>
            <a:ext cx="3200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grpSp>
        <p:nvGrpSpPr>
          <p:cNvPr id="43015" name="Group 26">
            <a:extLst>
              <a:ext uri="{FF2B5EF4-FFF2-40B4-BE49-F238E27FC236}">
                <a16:creationId xmlns:a16="http://schemas.microsoft.com/office/drawing/2014/main" id="{DFF2D144-2EE1-DA5A-7F5C-463780236370}"/>
              </a:ext>
            </a:extLst>
          </p:cNvPr>
          <p:cNvGrpSpPr>
            <a:grpSpLocks/>
          </p:cNvGrpSpPr>
          <p:nvPr/>
        </p:nvGrpSpPr>
        <p:grpSpPr bwMode="auto">
          <a:xfrm>
            <a:off x="4419600" y="2438400"/>
            <a:ext cx="3352800" cy="762000"/>
            <a:chOff x="2784" y="1536"/>
            <a:chExt cx="2256" cy="480"/>
          </a:xfrm>
        </p:grpSpPr>
        <p:sp>
          <p:nvSpPr>
            <p:cNvPr id="43031" name="Line 5">
              <a:extLst>
                <a:ext uri="{FF2B5EF4-FFF2-40B4-BE49-F238E27FC236}">
                  <a16:creationId xmlns:a16="http://schemas.microsoft.com/office/drawing/2014/main" id="{42441002-B06D-97CE-80B7-CB3D95889A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1536"/>
              <a:ext cx="225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 type="arrow" w="lg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3032" name="Line 7">
              <a:extLst>
                <a:ext uri="{FF2B5EF4-FFF2-40B4-BE49-F238E27FC236}">
                  <a16:creationId xmlns:a16="http://schemas.microsoft.com/office/drawing/2014/main" id="{F1980B30-46BE-41CF-3A1A-3DF81FE3EE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016"/>
              <a:ext cx="225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 type="arrow" w="lg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43016" name="Text Box 8">
            <a:extLst>
              <a:ext uri="{FF2B5EF4-FFF2-40B4-BE49-F238E27FC236}">
                <a16:creationId xmlns:a16="http://schemas.microsoft.com/office/drawing/2014/main" id="{9844AC6E-775A-B7A0-4445-7F9EB9B52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133600"/>
            <a:ext cx="23510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 i="1">
                <a:latin typeface="Arial" panose="020B0604020202020204" pitchFamily="34" charset="0"/>
              </a:rPr>
              <a:t>current company practice</a:t>
            </a:r>
          </a:p>
        </p:txBody>
      </p:sp>
      <p:sp>
        <p:nvSpPr>
          <p:cNvPr id="43017" name="Text Box 9">
            <a:extLst>
              <a:ext uri="{FF2B5EF4-FFF2-40B4-BE49-F238E27FC236}">
                <a16:creationId xmlns:a16="http://schemas.microsoft.com/office/drawing/2014/main" id="{58C3EBC6-EC24-B00F-762A-DF411D8940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895600"/>
            <a:ext cx="24288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 i="1">
                <a:latin typeface="Arial" panose="020B0604020202020204" pitchFamily="34" charset="0"/>
              </a:rPr>
              <a:t>vendor’s assumed method</a:t>
            </a:r>
          </a:p>
        </p:txBody>
      </p:sp>
      <p:sp>
        <p:nvSpPr>
          <p:cNvPr id="43018" name="Rectangle 10">
            <a:extLst>
              <a:ext uri="{FF2B5EF4-FFF2-40B4-BE49-F238E27FC236}">
                <a16:creationId xmlns:a16="http://schemas.microsoft.com/office/drawing/2014/main" id="{00C699C7-EE0F-BF6A-9493-4A69E043D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Stick with Vendor Design</a:t>
            </a:r>
          </a:p>
        </p:txBody>
      </p:sp>
      <p:sp>
        <p:nvSpPr>
          <p:cNvPr id="7179" name="Rectangle 11">
            <a:extLst>
              <a:ext uri="{FF2B5EF4-FFF2-40B4-BE49-F238E27FC236}">
                <a16:creationId xmlns:a16="http://schemas.microsoft.com/office/drawing/2014/main" id="{07933FF8-F182-9AE2-4520-A53497DE5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3949700"/>
            <a:ext cx="8229600" cy="19939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400"/>
              <a:t>Change company operations to fit vendor software.</a:t>
            </a:r>
          </a:p>
          <a:p>
            <a:pPr>
              <a:lnSpc>
                <a:spcPct val="80000"/>
              </a:lnSpc>
            </a:pPr>
            <a:r>
              <a:rPr lang="en-US" altLang="en-US" sz="2400"/>
              <a:t>Train workforce using vendor-supplied materials.</a:t>
            </a:r>
          </a:p>
          <a:p>
            <a:pPr>
              <a:lnSpc>
                <a:spcPct val="80000"/>
              </a:lnSpc>
            </a:pPr>
            <a:r>
              <a:rPr lang="en-US" altLang="en-US" sz="2400"/>
              <a:t>Installation and training is relatively easy</a:t>
            </a:r>
          </a:p>
          <a:p>
            <a:pPr>
              <a:lnSpc>
                <a:spcPct val="80000"/>
              </a:lnSpc>
            </a:pPr>
            <a:r>
              <a:rPr lang="en-US" altLang="en-US" sz="2400" b="1" i="1">
                <a:solidFill>
                  <a:srgbClr val="CC0000"/>
                </a:solidFill>
              </a:rPr>
              <a:t>Performance lags as workers resist changes to  established work patterns.</a:t>
            </a:r>
          </a:p>
        </p:txBody>
      </p:sp>
      <p:grpSp>
        <p:nvGrpSpPr>
          <p:cNvPr id="3" name="Group 21">
            <a:extLst>
              <a:ext uri="{FF2B5EF4-FFF2-40B4-BE49-F238E27FC236}">
                <a16:creationId xmlns:a16="http://schemas.microsoft.com/office/drawing/2014/main" id="{EDB01D86-2E8E-CD23-0A85-3AE167CB1D64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2438400"/>
            <a:ext cx="6781800" cy="1174750"/>
            <a:chOff x="720" y="1488"/>
            <a:chExt cx="4272" cy="740"/>
          </a:xfrm>
        </p:grpSpPr>
        <p:sp>
          <p:nvSpPr>
            <p:cNvPr id="43029" name="Freeform 14">
              <a:extLst>
                <a:ext uri="{FF2B5EF4-FFF2-40B4-BE49-F238E27FC236}">
                  <a16:creationId xmlns:a16="http://schemas.microsoft.com/office/drawing/2014/main" id="{B119FD85-1826-AAE4-FFF9-521C34AC3557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" y="1488"/>
              <a:ext cx="4272" cy="480"/>
            </a:xfrm>
            <a:custGeom>
              <a:avLst/>
              <a:gdLst>
                <a:gd name="T0" fmla="*/ 0 w 4272"/>
                <a:gd name="T1" fmla="*/ 0 h 480"/>
                <a:gd name="T2" fmla="*/ 2064 w 4272"/>
                <a:gd name="T3" fmla="*/ 0 h 480"/>
                <a:gd name="T4" fmla="*/ 2064 w 4272"/>
                <a:gd name="T5" fmla="*/ 480 h 480"/>
                <a:gd name="T6" fmla="*/ 4272 w 4272"/>
                <a:gd name="T7" fmla="*/ 480 h 48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272"/>
                <a:gd name="T13" fmla="*/ 0 h 480"/>
                <a:gd name="T14" fmla="*/ 4272 w 4272"/>
                <a:gd name="T15" fmla="*/ 480 h 48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272" h="480">
                  <a:moveTo>
                    <a:pt x="0" y="0"/>
                  </a:moveTo>
                  <a:lnTo>
                    <a:pt x="2064" y="0"/>
                  </a:lnTo>
                  <a:lnTo>
                    <a:pt x="2064" y="480"/>
                  </a:lnTo>
                  <a:lnTo>
                    <a:pt x="4272" y="480"/>
                  </a:lnTo>
                </a:path>
              </a:pathLst>
            </a:custGeom>
            <a:noFill/>
            <a:ln w="57150">
              <a:solidFill>
                <a:schemeClr val="accent2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3030" name="Text Box 17">
              <a:extLst>
                <a:ext uri="{FF2B5EF4-FFF2-40B4-BE49-F238E27FC236}">
                  <a16:creationId xmlns:a16="http://schemas.microsoft.com/office/drawing/2014/main" id="{C0889287-EDB6-09B8-3E00-6C251552DC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2016"/>
              <a:ext cx="128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 i="1">
                  <a:solidFill>
                    <a:schemeClr val="accent2"/>
                  </a:solidFill>
                  <a:latin typeface="Arial" panose="020B0604020202020204" pitchFamily="34" charset="0"/>
                </a:rPr>
                <a:t>operational change</a:t>
              </a:r>
            </a:p>
          </p:txBody>
        </p:sp>
      </p:grpSp>
      <p:grpSp>
        <p:nvGrpSpPr>
          <p:cNvPr id="4" name="Group 22">
            <a:extLst>
              <a:ext uri="{FF2B5EF4-FFF2-40B4-BE49-F238E27FC236}">
                <a16:creationId xmlns:a16="http://schemas.microsoft.com/office/drawing/2014/main" id="{255543D8-8FAF-D878-0267-E69D52AA0A88}"/>
              </a:ext>
            </a:extLst>
          </p:cNvPr>
          <p:cNvGrpSpPr>
            <a:grpSpLocks/>
          </p:cNvGrpSpPr>
          <p:nvPr/>
        </p:nvGrpSpPr>
        <p:grpSpPr bwMode="auto">
          <a:xfrm>
            <a:off x="3563938" y="2447925"/>
            <a:ext cx="4525962" cy="660400"/>
            <a:chOff x="2245" y="1494"/>
            <a:chExt cx="2851" cy="416"/>
          </a:xfrm>
        </p:grpSpPr>
        <p:sp>
          <p:nvSpPr>
            <p:cNvPr id="43027" name="Freeform 16">
              <a:extLst>
                <a:ext uri="{FF2B5EF4-FFF2-40B4-BE49-F238E27FC236}">
                  <a16:creationId xmlns:a16="http://schemas.microsoft.com/office/drawing/2014/main" id="{0AD5EBC3-8FBD-2541-072A-298A2FE948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5" y="1494"/>
              <a:ext cx="2603" cy="416"/>
            </a:xfrm>
            <a:custGeom>
              <a:avLst/>
              <a:gdLst>
                <a:gd name="T0" fmla="*/ 0 w 2603"/>
                <a:gd name="T1" fmla="*/ 0 h 416"/>
                <a:gd name="T2" fmla="*/ 752 w 2603"/>
                <a:gd name="T3" fmla="*/ 117 h 416"/>
                <a:gd name="T4" fmla="*/ 1338 w 2603"/>
                <a:gd name="T5" fmla="*/ 263 h 416"/>
                <a:gd name="T6" fmla="*/ 2603 w 2603"/>
                <a:gd name="T7" fmla="*/ 416 h 4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03"/>
                <a:gd name="T13" fmla="*/ 0 h 416"/>
                <a:gd name="T14" fmla="*/ 2603 w 2603"/>
                <a:gd name="T15" fmla="*/ 416 h 4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03" h="416">
                  <a:moveTo>
                    <a:pt x="0" y="0"/>
                  </a:moveTo>
                  <a:cubicBezTo>
                    <a:pt x="125" y="19"/>
                    <a:pt x="529" y="73"/>
                    <a:pt x="752" y="117"/>
                  </a:cubicBezTo>
                  <a:cubicBezTo>
                    <a:pt x="975" y="161"/>
                    <a:pt x="1030" y="213"/>
                    <a:pt x="1338" y="263"/>
                  </a:cubicBezTo>
                  <a:cubicBezTo>
                    <a:pt x="1650" y="351"/>
                    <a:pt x="2340" y="384"/>
                    <a:pt x="2603" y="416"/>
                  </a:cubicBezTo>
                </a:path>
              </a:pathLst>
            </a:custGeom>
            <a:noFill/>
            <a:ln w="38100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3028" name="Text Box 18">
              <a:extLst>
                <a:ext uri="{FF2B5EF4-FFF2-40B4-BE49-F238E27FC236}">
                  <a16:creationId xmlns:a16="http://schemas.microsoft.com/office/drawing/2014/main" id="{EEC083C4-F529-60C7-7B3F-CA9FCD57A7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4" y="1536"/>
              <a:ext cx="165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 i="1">
                  <a:solidFill>
                    <a:srgbClr val="3333FF"/>
                  </a:solidFill>
                  <a:latin typeface="Arial" panose="020B0604020202020204" pitchFamily="34" charset="0"/>
                </a:rPr>
                <a:t>workforce understanding</a:t>
              </a:r>
            </a:p>
          </p:txBody>
        </p:sp>
      </p:grpSp>
      <p:grpSp>
        <p:nvGrpSpPr>
          <p:cNvPr id="5" name="Group 25">
            <a:extLst>
              <a:ext uri="{FF2B5EF4-FFF2-40B4-BE49-F238E27FC236}">
                <a16:creationId xmlns:a16="http://schemas.microsoft.com/office/drawing/2014/main" id="{FFD71C38-4C00-0F37-B6C2-4D08DD713AE3}"/>
              </a:ext>
            </a:extLst>
          </p:cNvPr>
          <p:cNvGrpSpPr>
            <a:grpSpLocks/>
          </p:cNvGrpSpPr>
          <p:nvPr/>
        </p:nvGrpSpPr>
        <p:grpSpPr bwMode="auto">
          <a:xfrm>
            <a:off x="4448175" y="2587625"/>
            <a:ext cx="3240088" cy="603250"/>
            <a:chOff x="2802" y="1582"/>
            <a:chExt cx="2041" cy="380"/>
          </a:xfrm>
        </p:grpSpPr>
        <p:sp>
          <p:nvSpPr>
            <p:cNvPr id="43025" name="Freeform 15">
              <a:extLst>
                <a:ext uri="{FF2B5EF4-FFF2-40B4-BE49-F238E27FC236}">
                  <a16:creationId xmlns:a16="http://schemas.microsoft.com/office/drawing/2014/main" id="{DFEC43FA-A0BF-4FAF-1AFC-A7F69EC215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2" y="1582"/>
              <a:ext cx="2041" cy="380"/>
            </a:xfrm>
            <a:custGeom>
              <a:avLst/>
              <a:gdLst>
                <a:gd name="T0" fmla="*/ 0 w 2041"/>
                <a:gd name="T1" fmla="*/ 0 h 380"/>
                <a:gd name="T2" fmla="*/ 381 w 2041"/>
                <a:gd name="T3" fmla="*/ 78 h 380"/>
                <a:gd name="T4" fmla="*/ 674 w 2041"/>
                <a:gd name="T5" fmla="*/ 166 h 380"/>
                <a:gd name="T6" fmla="*/ 1010 w 2041"/>
                <a:gd name="T7" fmla="*/ 232 h 380"/>
                <a:gd name="T8" fmla="*/ 2040 w 2041"/>
                <a:gd name="T9" fmla="*/ 331 h 380"/>
                <a:gd name="T10" fmla="*/ 2041 w 2041"/>
                <a:gd name="T11" fmla="*/ 380 h 380"/>
                <a:gd name="T12" fmla="*/ 2 w 2041"/>
                <a:gd name="T13" fmla="*/ 376 h 380"/>
                <a:gd name="T14" fmla="*/ 0 w 2041"/>
                <a:gd name="T15" fmla="*/ 0 h 38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041"/>
                <a:gd name="T25" fmla="*/ 0 h 380"/>
                <a:gd name="T26" fmla="*/ 2041 w 2041"/>
                <a:gd name="T27" fmla="*/ 380 h 38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041" h="380">
                  <a:moveTo>
                    <a:pt x="0" y="0"/>
                  </a:moveTo>
                  <a:lnTo>
                    <a:pt x="381" y="78"/>
                  </a:lnTo>
                  <a:lnTo>
                    <a:pt x="674" y="166"/>
                  </a:lnTo>
                  <a:lnTo>
                    <a:pt x="1010" y="232"/>
                  </a:lnTo>
                  <a:lnTo>
                    <a:pt x="2040" y="331"/>
                  </a:lnTo>
                  <a:lnTo>
                    <a:pt x="2041" y="380"/>
                  </a:lnTo>
                  <a:lnTo>
                    <a:pt x="2" y="3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3026" name="Text Box 19">
              <a:extLst>
                <a:ext uri="{FF2B5EF4-FFF2-40B4-BE49-F238E27FC236}">
                  <a16:creationId xmlns:a16="http://schemas.microsoft.com/office/drawing/2014/main" id="{2368D903-2156-D6FC-6925-E168648572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1700"/>
              <a:ext cx="8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latin typeface="Arial" panose="020B0604020202020204" pitchFamily="34" charset="0"/>
                </a:rPr>
                <a:t>resistance</a:t>
              </a:r>
            </a:p>
          </p:txBody>
        </p:sp>
      </p:grpSp>
      <p:sp>
        <p:nvSpPr>
          <p:cNvPr id="43023" name="Date Placeholder 1">
            <a:extLst>
              <a:ext uri="{FF2B5EF4-FFF2-40B4-BE49-F238E27FC236}">
                <a16:creationId xmlns:a16="http://schemas.microsoft.com/office/drawing/2014/main" id="{158EECDF-A255-9AC6-5758-845BB9A9C07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5284A87-0912-4E5B-B362-76104D846FF0}" type="datetime1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4/20/2026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43024" name="Slide Number Placeholder 5">
            <a:extLst>
              <a:ext uri="{FF2B5EF4-FFF2-40B4-BE49-F238E27FC236}">
                <a16:creationId xmlns:a16="http://schemas.microsoft.com/office/drawing/2014/main" id="{13EE90F0-9057-D6BE-B888-E1FCC2EC3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998EB21-97C4-40F4-A545-1EFA8BAC454D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9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ooter Placeholder 3">
            <a:extLst>
              <a:ext uri="{FF2B5EF4-FFF2-40B4-BE49-F238E27FC236}">
                <a16:creationId xmlns:a16="http://schemas.microsoft.com/office/drawing/2014/main" id="{07D99801-7271-1CA0-AE06-9CAE3CA26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356350"/>
            <a:ext cx="2133600" cy="365125"/>
          </a:xfrm>
        </p:spPr>
        <p:txBody>
          <a:bodyPr rtlCol="0"/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©2000-2014 Vic Uzumeri</a:t>
            </a:r>
          </a:p>
        </p:txBody>
      </p:sp>
      <p:sp>
        <p:nvSpPr>
          <p:cNvPr id="44035" name="Line 32">
            <a:extLst>
              <a:ext uri="{FF2B5EF4-FFF2-40B4-BE49-F238E27FC236}">
                <a16:creationId xmlns:a16="http://schemas.microsoft.com/office/drawing/2014/main" id="{9FCBCBB0-5237-DD1C-3181-075FD5EC1C01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6425" y="22860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44036" name="Text Box 33">
            <a:extLst>
              <a:ext uri="{FF2B5EF4-FFF2-40B4-BE49-F238E27FC236}">
                <a16:creationId xmlns:a16="http://schemas.microsoft.com/office/drawing/2014/main" id="{9C7B4888-9839-1020-B794-9C60D155D5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4450" y="1905000"/>
            <a:ext cx="1123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“Go Live”</a:t>
            </a:r>
          </a:p>
        </p:txBody>
      </p:sp>
      <p:sp>
        <p:nvSpPr>
          <p:cNvPr id="44037" name="Line 26">
            <a:extLst>
              <a:ext uri="{FF2B5EF4-FFF2-40B4-BE49-F238E27FC236}">
                <a16:creationId xmlns:a16="http://schemas.microsoft.com/office/drawing/2014/main" id="{A2F2BE61-B0A7-6B61-DC5D-1443BF28BCD8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2425700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arrow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44038" name="Line 2">
            <a:extLst>
              <a:ext uri="{FF2B5EF4-FFF2-40B4-BE49-F238E27FC236}">
                <a16:creationId xmlns:a16="http://schemas.microsoft.com/office/drawing/2014/main" id="{463C96D8-4A1C-BD5A-0CC5-B0D6F8C85FF0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2425700"/>
            <a:ext cx="320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44039" name="Line 6">
            <a:extLst>
              <a:ext uri="{FF2B5EF4-FFF2-40B4-BE49-F238E27FC236}">
                <a16:creationId xmlns:a16="http://schemas.microsoft.com/office/drawing/2014/main" id="{E5858736-16FF-3CDE-746A-17182DEAE3F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19200" y="31877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44040" name="Text Box 8">
            <a:extLst>
              <a:ext uri="{FF2B5EF4-FFF2-40B4-BE49-F238E27FC236}">
                <a16:creationId xmlns:a16="http://schemas.microsoft.com/office/drawing/2014/main" id="{628EEE23-69F4-6A9D-2300-94694E6DD9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120900"/>
            <a:ext cx="23510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 i="1">
                <a:latin typeface="Arial" panose="020B0604020202020204" pitchFamily="34" charset="0"/>
              </a:rPr>
              <a:t>current company practice</a:t>
            </a:r>
          </a:p>
        </p:txBody>
      </p:sp>
      <p:sp>
        <p:nvSpPr>
          <p:cNvPr id="44041" name="Text Box 9">
            <a:extLst>
              <a:ext uri="{FF2B5EF4-FFF2-40B4-BE49-F238E27FC236}">
                <a16:creationId xmlns:a16="http://schemas.microsoft.com/office/drawing/2014/main" id="{86A77C86-9152-0F43-6F44-EFE35CF5C8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889250"/>
            <a:ext cx="24288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 i="1">
                <a:latin typeface="Arial" panose="020B0604020202020204" pitchFamily="34" charset="0"/>
              </a:rPr>
              <a:t>vendor’s assumed method</a:t>
            </a:r>
          </a:p>
        </p:txBody>
      </p:sp>
      <p:sp>
        <p:nvSpPr>
          <p:cNvPr id="44042" name="Rectangle 10">
            <a:extLst>
              <a:ext uri="{FF2B5EF4-FFF2-40B4-BE49-F238E27FC236}">
                <a16:creationId xmlns:a16="http://schemas.microsoft.com/office/drawing/2014/main" id="{EA47E072-BBFE-BED4-2378-85C303124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Customize Software</a:t>
            </a:r>
          </a:p>
        </p:txBody>
      </p:sp>
      <p:sp>
        <p:nvSpPr>
          <p:cNvPr id="8203" name="Rectangle 11">
            <a:extLst>
              <a:ext uri="{FF2B5EF4-FFF2-40B4-BE49-F238E27FC236}">
                <a16:creationId xmlns:a16="http://schemas.microsoft.com/office/drawing/2014/main" id="{236F080E-460C-7C62-9F33-D35E891F8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3829050"/>
            <a:ext cx="8229600" cy="2362200"/>
          </a:xfrm>
        </p:spPr>
        <p:txBody>
          <a:bodyPr/>
          <a:lstStyle/>
          <a:p>
            <a:pPr>
              <a:lnSpc>
                <a:spcPct val="70000"/>
              </a:lnSpc>
            </a:pPr>
            <a:r>
              <a:rPr lang="en-US" altLang="en-US" sz="2400"/>
              <a:t>Customize software to fit current operations.</a:t>
            </a:r>
          </a:p>
          <a:p>
            <a:pPr>
              <a:lnSpc>
                <a:spcPct val="70000"/>
              </a:lnSpc>
            </a:pPr>
            <a:r>
              <a:rPr lang="en-US" altLang="en-US" sz="2400"/>
              <a:t>Vendor-supplied training materials are obsolete.</a:t>
            </a:r>
          </a:p>
          <a:p>
            <a:pPr>
              <a:lnSpc>
                <a:spcPct val="70000"/>
              </a:lnSpc>
            </a:pPr>
            <a:r>
              <a:rPr lang="en-US" altLang="en-US" sz="2400"/>
              <a:t>Slow deployment but software fits better with operations .</a:t>
            </a:r>
          </a:p>
          <a:p>
            <a:pPr>
              <a:lnSpc>
                <a:spcPct val="70000"/>
              </a:lnSpc>
            </a:pPr>
            <a:r>
              <a:rPr lang="en-US" altLang="en-US" sz="2400"/>
              <a:t>It takes time to produce training materials that accurately reflect the customizations</a:t>
            </a:r>
          </a:p>
          <a:p>
            <a:pPr>
              <a:lnSpc>
                <a:spcPct val="70000"/>
              </a:lnSpc>
            </a:pPr>
            <a:endParaRPr lang="en-US" altLang="en-US" sz="2000" i="1"/>
          </a:p>
          <a:p>
            <a:pPr>
              <a:lnSpc>
                <a:spcPct val="70000"/>
              </a:lnSpc>
            </a:pPr>
            <a:r>
              <a:rPr lang="en-US" altLang="en-US" sz="2400" b="1" i="1">
                <a:solidFill>
                  <a:srgbClr val="CC0000"/>
                </a:solidFill>
              </a:rPr>
              <a:t>Information delays limit workforce performance.</a:t>
            </a:r>
          </a:p>
        </p:txBody>
      </p:sp>
      <p:grpSp>
        <p:nvGrpSpPr>
          <p:cNvPr id="2" name="Group 28">
            <a:extLst>
              <a:ext uri="{FF2B5EF4-FFF2-40B4-BE49-F238E27FC236}">
                <a16:creationId xmlns:a16="http://schemas.microsoft.com/office/drawing/2014/main" id="{4BA0DC8F-646E-81F8-3434-25F6DC07C17D}"/>
              </a:ext>
            </a:extLst>
          </p:cNvPr>
          <p:cNvGrpSpPr>
            <a:grpSpLocks/>
          </p:cNvGrpSpPr>
          <p:nvPr/>
        </p:nvGrpSpPr>
        <p:grpSpPr bwMode="auto">
          <a:xfrm>
            <a:off x="3089275" y="2387600"/>
            <a:ext cx="2168525" cy="796925"/>
            <a:chOff x="1946" y="1560"/>
            <a:chExt cx="1366" cy="502"/>
          </a:xfrm>
        </p:grpSpPr>
        <p:sp>
          <p:nvSpPr>
            <p:cNvPr id="44060" name="Text Box 15">
              <a:extLst>
                <a:ext uri="{FF2B5EF4-FFF2-40B4-BE49-F238E27FC236}">
                  <a16:creationId xmlns:a16="http://schemas.microsoft.com/office/drawing/2014/main" id="{7782B3BC-2130-E2C8-3AF3-4E541131CE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6" y="1632"/>
              <a:ext cx="74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 i="1">
                  <a:solidFill>
                    <a:schemeClr val="hlink"/>
                  </a:solidFill>
                  <a:latin typeface="Arial" panose="020B0604020202020204" pitchFamily="34" charset="0"/>
                </a:rPr>
                <a:t>customize</a:t>
              </a:r>
            </a:p>
          </p:txBody>
        </p:sp>
        <p:sp>
          <p:nvSpPr>
            <p:cNvPr id="44061" name="Freeform 18">
              <a:extLst>
                <a:ext uri="{FF2B5EF4-FFF2-40B4-BE49-F238E27FC236}">
                  <a16:creationId xmlns:a16="http://schemas.microsoft.com/office/drawing/2014/main" id="{AFF05068-196E-DF2A-1CA4-0D690B9B6C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7" y="1560"/>
              <a:ext cx="1125" cy="502"/>
            </a:xfrm>
            <a:custGeom>
              <a:avLst/>
              <a:gdLst>
                <a:gd name="T0" fmla="*/ 0 w 1125"/>
                <a:gd name="T1" fmla="*/ 498 h 502"/>
                <a:gd name="T2" fmla="*/ 386 w 1125"/>
                <a:gd name="T3" fmla="*/ 372 h 502"/>
                <a:gd name="T4" fmla="*/ 605 w 1125"/>
                <a:gd name="T5" fmla="*/ 108 h 502"/>
                <a:gd name="T6" fmla="*/ 1125 w 1125"/>
                <a:gd name="T7" fmla="*/ 24 h 50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25"/>
                <a:gd name="T13" fmla="*/ 0 h 502"/>
                <a:gd name="T14" fmla="*/ 1125 w 1125"/>
                <a:gd name="T15" fmla="*/ 502 h 50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25" h="502">
                  <a:moveTo>
                    <a:pt x="0" y="498"/>
                  </a:moveTo>
                  <a:cubicBezTo>
                    <a:pt x="96" y="502"/>
                    <a:pt x="284" y="480"/>
                    <a:pt x="386" y="372"/>
                  </a:cubicBezTo>
                  <a:cubicBezTo>
                    <a:pt x="488" y="264"/>
                    <a:pt x="478" y="216"/>
                    <a:pt x="605" y="108"/>
                  </a:cubicBezTo>
                  <a:cubicBezTo>
                    <a:pt x="732" y="0"/>
                    <a:pt x="996" y="39"/>
                    <a:pt x="1125" y="24"/>
                  </a:cubicBezTo>
                </a:path>
              </a:pathLst>
            </a:custGeom>
            <a:noFill/>
            <a:ln w="9525">
              <a:solidFill>
                <a:schemeClr val="hlink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3" name="Group 31">
            <a:extLst>
              <a:ext uri="{FF2B5EF4-FFF2-40B4-BE49-F238E27FC236}">
                <a16:creationId xmlns:a16="http://schemas.microsoft.com/office/drawing/2014/main" id="{30CB2BFB-F6EB-06D4-883F-0A192A07A823}"/>
              </a:ext>
            </a:extLst>
          </p:cNvPr>
          <p:cNvGrpSpPr>
            <a:grpSpLocks/>
          </p:cNvGrpSpPr>
          <p:nvPr/>
        </p:nvGrpSpPr>
        <p:grpSpPr bwMode="auto">
          <a:xfrm>
            <a:off x="3549650" y="2403475"/>
            <a:ext cx="4832350" cy="815975"/>
            <a:chOff x="2236" y="1570"/>
            <a:chExt cx="3044" cy="514"/>
          </a:xfrm>
        </p:grpSpPr>
        <p:grpSp>
          <p:nvGrpSpPr>
            <p:cNvPr id="44054" name="Group 29">
              <a:extLst>
                <a:ext uri="{FF2B5EF4-FFF2-40B4-BE49-F238E27FC236}">
                  <a16:creationId xmlns:a16="http://schemas.microsoft.com/office/drawing/2014/main" id="{3C99D6F0-99D8-5815-3A88-24D1FBA308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36" y="1601"/>
              <a:ext cx="3044" cy="483"/>
              <a:chOff x="2236" y="1601"/>
              <a:chExt cx="3044" cy="483"/>
            </a:xfrm>
          </p:grpSpPr>
          <p:sp>
            <p:nvSpPr>
              <p:cNvPr id="44058" name="Freeform 20">
                <a:extLst>
                  <a:ext uri="{FF2B5EF4-FFF2-40B4-BE49-F238E27FC236}">
                    <a16:creationId xmlns:a16="http://schemas.microsoft.com/office/drawing/2014/main" id="{BEE7CDDC-ECEE-C074-14FA-E0195E0202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6" y="1601"/>
                <a:ext cx="2660" cy="457"/>
              </a:xfrm>
              <a:custGeom>
                <a:avLst/>
                <a:gdLst>
                  <a:gd name="T0" fmla="*/ 0 w 2660"/>
                  <a:gd name="T1" fmla="*/ 457 h 457"/>
                  <a:gd name="T2" fmla="*/ 1318 w 2660"/>
                  <a:gd name="T3" fmla="*/ 391 h 457"/>
                  <a:gd name="T4" fmla="*/ 1831 w 2660"/>
                  <a:gd name="T5" fmla="*/ 60 h 457"/>
                  <a:gd name="T6" fmla="*/ 2660 w 2660"/>
                  <a:gd name="T7" fmla="*/ 32 h 4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660"/>
                  <a:gd name="T13" fmla="*/ 0 h 457"/>
                  <a:gd name="T14" fmla="*/ 2660 w 2660"/>
                  <a:gd name="T15" fmla="*/ 457 h 4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660" h="457">
                    <a:moveTo>
                      <a:pt x="0" y="457"/>
                    </a:moveTo>
                    <a:cubicBezTo>
                      <a:pt x="220" y="446"/>
                      <a:pt x="1013" y="457"/>
                      <a:pt x="1318" y="391"/>
                    </a:cubicBezTo>
                    <a:cubicBezTo>
                      <a:pt x="1623" y="325"/>
                      <a:pt x="1607" y="120"/>
                      <a:pt x="1831" y="60"/>
                    </a:cubicBezTo>
                    <a:cubicBezTo>
                      <a:pt x="2055" y="0"/>
                      <a:pt x="2487" y="38"/>
                      <a:pt x="2660" y="32"/>
                    </a:cubicBezTo>
                  </a:path>
                </a:pathLst>
              </a:custGeom>
              <a:noFill/>
              <a:ln w="9525">
                <a:solidFill>
                  <a:srgbClr val="3333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44059" name="Text Box 21">
                <a:extLst>
                  <a:ext uri="{FF2B5EF4-FFF2-40B4-BE49-F238E27FC236}">
                    <a16:creationId xmlns:a16="http://schemas.microsoft.com/office/drawing/2014/main" id="{73549E2A-EE97-F0A7-7BF4-A455ED0059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28" y="1872"/>
                <a:ext cx="1652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 b="1" i="1">
                    <a:solidFill>
                      <a:schemeClr val="accent2"/>
                    </a:solidFill>
                    <a:latin typeface="Arial" panose="020B0604020202020204" pitchFamily="34" charset="0"/>
                  </a:rPr>
                  <a:t>workforce understanding</a:t>
                </a:r>
              </a:p>
            </p:txBody>
          </p:sp>
        </p:grpSp>
        <p:grpSp>
          <p:nvGrpSpPr>
            <p:cNvPr id="44055" name="Group 30">
              <a:extLst>
                <a:ext uri="{FF2B5EF4-FFF2-40B4-BE49-F238E27FC236}">
                  <a16:creationId xmlns:a16="http://schemas.microsoft.com/office/drawing/2014/main" id="{41A78D1E-3A0B-FDF5-C002-9D50EADF72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4" y="1570"/>
              <a:ext cx="2404" cy="469"/>
              <a:chOff x="2404" y="1570"/>
              <a:chExt cx="2404" cy="469"/>
            </a:xfrm>
          </p:grpSpPr>
          <p:sp>
            <p:nvSpPr>
              <p:cNvPr id="44056" name="Freeform 22">
                <a:extLst>
                  <a:ext uri="{FF2B5EF4-FFF2-40B4-BE49-F238E27FC236}">
                    <a16:creationId xmlns:a16="http://schemas.microsoft.com/office/drawing/2014/main" id="{DFB70836-9894-BD2E-EDD6-7900B52D58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4" y="1570"/>
                <a:ext cx="2404" cy="469"/>
              </a:xfrm>
              <a:custGeom>
                <a:avLst/>
                <a:gdLst>
                  <a:gd name="T0" fmla="*/ 56 w 2404"/>
                  <a:gd name="T1" fmla="*/ 469 h 469"/>
                  <a:gd name="T2" fmla="*/ 212 w 2404"/>
                  <a:gd name="T3" fmla="*/ 352 h 469"/>
                  <a:gd name="T4" fmla="*/ 339 w 2404"/>
                  <a:gd name="T5" fmla="*/ 166 h 469"/>
                  <a:gd name="T6" fmla="*/ 603 w 2404"/>
                  <a:gd name="T7" fmla="*/ 39 h 469"/>
                  <a:gd name="T8" fmla="*/ 1257 w 2404"/>
                  <a:gd name="T9" fmla="*/ 20 h 469"/>
                  <a:gd name="T10" fmla="*/ 2399 w 2404"/>
                  <a:gd name="T11" fmla="*/ 20 h 469"/>
                  <a:gd name="T12" fmla="*/ 2404 w 2404"/>
                  <a:gd name="T13" fmla="*/ 54 h 469"/>
                  <a:gd name="T14" fmla="*/ 1667 w 2404"/>
                  <a:gd name="T15" fmla="*/ 88 h 469"/>
                  <a:gd name="T16" fmla="*/ 1325 w 2404"/>
                  <a:gd name="T17" fmla="*/ 343 h 469"/>
                  <a:gd name="T18" fmla="*/ 749 w 2404"/>
                  <a:gd name="T19" fmla="*/ 441 h 469"/>
                  <a:gd name="T20" fmla="*/ 56 w 2404"/>
                  <a:gd name="T21" fmla="*/ 469 h 46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404"/>
                  <a:gd name="T34" fmla="*/ 0 h 469"/>
                  <a:gd name="T35" fmla="*/ 2404 w 2404"/>
                  <a:gd name="T36" fmla="*/ 469 h 46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404" h="469">
                    <a:moveTo>
                      <a:pt x="56" y="469"/>
                    </a:moveTo>
                    <a:cubicBezTo>
                      <a:pt x="0" y="450"/>
                      <a:pt x="134" y="430"/>
                      <a:pt x="212" y="352"/>
                    </a:cubicBezTo>
                    <a:cubicBezTo>
                      <a:pt x="290" y="274"/>
                      <a:pt x="281" y="221"/>
                      <a:pt x="339" y="166"/>
                    </a:cubicBezTo>
                    <a:cubicBezTo>
                      <a:pt x="397" y="111"/>
                      <a:pt x="456" y="78"/>
                      <a:pt x="603" y="39"/>
                    </a:cubicBezTo>
                    <a:cubicBezTo>
                      <a:pt x="750" y="0"/>
                      <a:pt x="943" y="22"/>
                      <a:pt x="1257" y="20"/>
                    </a:cubicBezTo>
                    <a:lnTo>
                      <a:pt x="2399" y="20"/>
                    </a:lnTo>
                    <a:lnTo>
                      <a:pt x="2404" y="54"/>
                    </a:lnTo>
                    <a:cubicBezTo>
                      <a:pt x="2282" y="65"/>
                      <a:pt x="1847" y="40"/>
                      <a:pt x="1667" y="88"/>
                    </a:cubicBezTo>
                    <a:cubicBezTo>
                      <a:pt x="1455" y="143"/>
                      <a:pt x="1511" y="226"/>
                      <a:pt x="1325" y="343"/>
                    </a:cubicBezTo>
                    <a:cubicBezTo>
                      <a:pt x="1139" y="460"/>
                      <a:pt x="960" y="420"/>
                      <a:pt x="749" y="441"/>
                    </a:cubicBezTo>
                    <a:cubicBezTo>
                      <a:pt x="538" y="462"/>
                      <a:pt x="200" y="463"/>
                      <a:pt x="56" y="469"/>
                    </a:cubicBezTo>
                    <a:close/>
                  </a:path>
                </a:pathLst>
              </a:custGeom>
              <a:solidFill>
                <a:srgbClr val="FF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44057" name="Text Box 23">
                <a:extLst>
                  <a:ext uri="{FF2B5EF4-FFF2-40B4-BE49-F238E27FC236}">
                    <a16:creationId xmlns:a16="http://schemas.microsoft.com/office/drawing/2014/main" id="{AB0C0862-C328-9C15-C605-A0643BB992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02" y="1632"/>
                <a:ext cx="1248" cy="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400" b="1" i="1">
                    <a:latin typeface="Arial" panose="020B0604020202020204" pitchFamily="34" charset="0"/>
                  </a:rPr>
                  <a:t>confusion due to</a:t>
                </a: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400" b="1" i="1">
                    <a:latin typeface="Arial" panose="020B0604020202020204" pitchFamily="34" charset="0"/>
                  </a:rPr>
                  <a:t>poor documentation</a:t>
                </a:r>
              </a:p>
            </p:txBody>
          </p:sp>
        </p:grpSp>
      </p:grpSp>
      <p:grpSp>
        <p:nvGrpSpPr>
          <p:cNvPr id="6" name="Group 27">
            <a:extLst>
              <a:ext uri="{FF2B5EF4-FFF2-40B4-BE49-F238E27FC236}">
                <a16:creationId xmlns:a16="http://schemas.microsoft.com/office/drawing/2014/main" id="{DB624568-35E7-3356-7118-D443D2E6706C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120900"/>
            <a:ext cx="6781800" cy="460375"/>
            <a:chOff x="768" y="1392"/>
            <a:chExt cx="4272" cy="290"/>
          </a:xfrm>
        </p:grpSpPr>
        <p:sp>
          <p:nvSpPr>
            <p:cNvPr id="44052" name="Freeform 19">
              <a:extLst>
                <a:ext uri="{FF2B5EF4-FFF2-40B4-BE49-F238E27FC236}">
                  <a16:creationId xmlns:a16="http://schemas.microsoft.com/office/drawing/2014/main" id="{4BCF3952-3171-DC6D-9058-32CF7EC2823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" y="1584"/>
              <a:ext cx="4272" cy="98"/>
            </a:xfrm>
            <a:custGeom>
              <a:avLst/>
              <a:gdLst>
                <a:gd name="T0" fmla="*/ 0 w 4272"/>
                <a:gd name="T1" fmla="*/ 0 h 98"/>
                <a:gd name="T2" fmla="*/ 2016 w 4272"/>
                <a:gd name="T3" fmla="*/ 0 h 98"/>
                <a:gd name="T4" fmla="*/ 2016 w 4272"/>
                <a:gd name="T5" fmla="*/ 96 h 98"/>
                <a:gd name="T6" fmla="*/ 2190 w 4272"/>
                <a:gd name="T7" fmla="*/ 15 h 98"/>
                <a:gd name="T8" fmla="*/ 2448 w 4272"/>
                <a:gd name="T9" fmla="*/ 0 h 98"/>
                <a:gd name="T10" fmla="*/ 4272 w 4272"/>
                <a:gd name="T11" fmla="*/ 0 h 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272"/>
                <a:gd name="T19" fmla="*/ 0 h 98"/>
                <a:gd name="T20" fmla="*/ 4272 w 4272"/>
                <a:gd name="T21" fmla="*/ 98 h 9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272" h="98">
                  <a:moveTo>
                    <a:pt x="0" y="0"/>
                  </a:moveTo>
                  <a:lnTo>
                    <a:pt x="2016" y="0"/>
                  </a:lnTo>
                  <a:lnTo>
                    <a:pt x="2016" y="96"/>
                  </a:lnTo>
                  <a:cubicBezTo>
                    <a:pt x="2045" y="98"/>
                    <a:pt x="2112" y="25"/>
                    <a:pt x="2190" y="15"/>
                  </a:cubicBezTo>
                  <a:cubicBezTo>
                    <a:pt x="2268" y="5"/>
                    <a:pt x="2096" y="0"/>
                    <a:pt x="2448" y="0"/>
                  </a:cubicBezTo>
                  <a:lnTo>
                    <a:pt x="4272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4053" name="Text Box 24">
              <a:extLst>
                <a:ext uri="{FF2B5EF4-FFF2-40B4-BE49-F238E27FC236}">
                  <a16:creationId xmlns:a16="http://schemas.microsoft.com/office/drawing/2014/main" id="{D05B6EF7-A042-6FC7-94BD-E7BD88F3C2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5" y="1392"/>
              <a:ext cx="119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 i="1">
                  <a:solidFill>
                    <a:schemeClr val="accent2"/>
                  </a:solidFill>
                  <a:latin typeface="Arial" panose="020B0604020202020204" pitchFamily="34" charset="0"/>
                </a:rPr>
                <a:t>familiar operation</a:t>
              </a:r>
            </a:p>
          </p:txBody>
        </p:sp>
      </p:grpSp>
      <p:grpSp>
        <p:nvGrpSpPr>
          <p:cNvPr id="7" name="Group 37">
            <a:extLst>
              <a:ext uri="{FF2B5EF4-FFF2-40B4-BE49-F238E27FC236}">
                <a16:creationId xmlns:a16="http://schemas.microsoft.com/office/drawing/2014/main" id="{AFDF7CEB-30DF-B6F8-FA42-DD6A76007774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3340100"/>
            <a:ext cx="2133600" cy="336550"/>
            <a:chOff x="2448" y="2160"/>
            <a:chExt cx="1344" cy="212"/>
          </a:xfrm>
        </p:grpSpPr>
        <p:sp>
          <p:nvSpPr>
            <p:cNvPr id="44050" name="Line 35">
              <a:extLst>
                <a:ext uri="{FF2B5EF4-FFF2-40B4-BE49-F238E27FC236}">
                  <a16:creationId xmlns:a16="http://schemas.microsoft.com/office/drawing/2014/main" id="{E066BA64-97A6-3495-BCAB-31F7394D95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2160"/>
              <a:ext cx="1344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b"/>
            <a:lstStyle/>
            <a:p>
              <a:endParaRPr lang="en-CA"/>
            </a:p>
          </p:txBody>
        </p:sp>
        <p:sp>
          <p:nvSpPr>
            <p:cNvPr id="44051" name="Text Box 36">
              <a:extLst>
                <a:ext uri="{FF2B5EF4-FFF2-40B4-BE49-F238E27FC236}">
                  <a16:creationId xmlns:a16="http://schemas.microsoft.com/office/drawing/2014/main" id="{9F8A496A-D81F-0D1E-99A3-45C66C71EA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4" y="2160"/>
              <a:ext cx="87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b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 i="1">
                  <a:solidFill>
                    <a:srgbClr val="CC0000"/>
                  </a:solidFill>
                  <a:latin typeface="Arial" panose="020B0604020202020204" pitchFamily="34" charset="0"/>
                </a:rPr>
                <a:t>3 - 6 months</a:t>
              </a:r>
            </a:p>
          </p:txBody>
        </p:sp>
      </p:grpSp>
      <p:sp>
        <p:nvSpPr>
          <p:cNvPr id="44048" name="Date Placeholder 3">
            <a:extLst>
              <a:ext uri="{FF2B5EF4-FFF2-40B4-BE49-F238E27FC236}">
                <a16:creationId xmlns:a16="http://schemas.microsoft.com/office/drawing/2014/main" id="{91DEB077-332F-AF59-8480-2210A5D6E03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7B2794-0874-4C1F-8376-FF451A5A45C1}" type="datetime1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4/20/2026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44049" name="Slide Number Placeholder 4">
            <a:extLst>
              <a:ext uri="{FF2B5EF4-FFF2-40B4-BE49-F238E27FC236}">
                <a16:creationId xmlns:a16="http://schemas.microsoft.com/office/drawing/2014/main" id="{ACEB5363-00E6-BB25-F25B-D8089C85C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F3FA104-6BF4-47A7-8C51-DDCDF7379C82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ooter Placeholder 3">
            <a:extLst>
              <a:ext uri="{FF2B5EF4-FFF2-40B4-BE49-F238E27FC236}">
                <a16:creationId xmlns:a16="http://schemas.microsoft.com/office/drawing/2014/main" id="{116A5F1D-FE1B-127B-1C33-DD34266B3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356350"/>
            <a:ext cx="2133600" cy="365125"/>
          </a:xfrm>
        </p:spPr>
        <p:txBody>
          <a:bodyPr rtlCol="0"/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©2000-2014 Vic Uzumeri</a:t>
            </a:r>
          </a:p>
        </p:txBody>
      </p:sp>
      <p:sp>
        <p:nvSpPr>
          <p:cNvPr id="45059" name="Line 20">
            <a:extLst>
              <a:ext uri="{FF2B5EF4-FFF2-40B4-BE49-F238E27FC236}">
                <a16:creationId xmlns:a16="http://schemas.microsoft.com/office/drawing/2014/main" id="{2C20BC4B-F749-00AF-BB4B-FA4435BE838E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2514600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arrow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45060" name="Rectangle 8">
            <a:extLst>
              <a:ext uri="{FF2B5EF4-FFF2-40B4-BE49-F238E27FC236}">
                <a16:creationId xmlns:a16="http://schemas.microsoft.com/office/drawing/2014/main" id="{AE06BFF9-0C23-DECD-873A-B57FF8BE4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With Lean Authoring of Materials</a:t>
            </a:r>
            <a:endParaRPr lang="en-US" altLang="en-US" sz="3200" i="1">
              <a:solidFill>
                <a:srgbClr val="CC0000"/>
              </a:solidFill>
            </a:endParaRPr>
          </a:p>
        </p:txBody>
      </p:sp>
      <p:sp>
        <p:nvSpPr>
          <p:cNvPr id="9225" name="Rectangle 9">
            <a:extLst>
              <a:ext uri="{FF2B5EF4-FFF2-40B4-BE49-F238E27FC236}">
                <a16:creationId xmlns:a16="http://schemas.microsoft.com/office/drawing/2014/main" id="{E015C4B0-ED63-5C9E-D8F4-4CE99D606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3963988"/>
            <a:ext cx="8229600" cy="2163762"/>
          </a:xfrm>
        </p:spPr>
        <p:txBody>
          <a:bodyPr/>
          <a:lstStyle/>
          <a:p>
            <a:pPr>
              <a:lnSpc>
                <a:spcPct val="70000"/>
              </a:lnSpc>
            </a:pPr>
            <a:r>
              <a:rPr lang="en-US" altLang="en-US" sz="2200"/>
              <a:t>Customize software to fit business needs.</a:t>
            </a:r>
          </a:p>
          <a:p>
            <a:pPr>
              <a:lnSpc>
                <a:spcPct val="70000"/>
              </a:lnSpc>
            </a:pPr>
            <a:r>
              <a:rPr lang="en-US" altLang="en-US" sz="2200"/>
              <a:t>Deployment takes longer but fits better</a:t>
            </a:r>
          </a:p>
          <a:p>
            <a:pPr>
              <a:lnSpc>
                <a:spcPct val="70000"/>
              </a:lnSpc>
            </a:pPr>
            <a:r>
              <a:rPr lang="en-US" altLang="en-US" sz="2200"/>
              <a:t>Record and save screencast movies of software as customization progresses</a:t>
            </a:r>
          </a:p>
          <a:p>
            <a:pPr>
              <a:lnSpc>
                <a:spcPct val="70000"/>
              </a:lnSpc>
            </a:pPr>
            <a:r>
              <a:rPr lang="en-US" altLang="en-US" sz="2200"/>
              <a:t>Generate customized training materials </a:t>
            </a:r>
            <a:r>
              <a:rPr lang="en-US" altLang="en-US" sz="2200" b="1" i="1"/>
              <a:t>in 3 to 6 weeks</a:t>
            </a:r>
            <a:r>
              <a:rPr lang="en-US" altLang="en-US" sz="2200"/>
              <a:t>.</a:t>
            </a:r>
          </a:p>
          <a:p>
            <a:pPr>
              <a:lnSpc>
                <a:spcPct val="70000"/>
              </a:lnSpc>
            </a:pPr>
            <a:endParaRPr lang="en-US" altLang="en-US" sz="2200"/>
          </a:p>
          <a:p>
            <a:pPr>
              <a:lnSpc>
                <a:spcPct val="70000"/>
              </a:lnSpc>
            </a:pPr>
            <a:r>
              <a:rPr lang="en-US" altLang="en-US" sz="2200" b="1" i="1">
                <a:solidFill>
                  <a:srgbClr val="CC0000"/>
                </a:solidFill>
              </a:rPr>
              <a:t>Workforce is trained in time on processes that are more familiar.</a:t>
            </a:r>
          </a:p>
        </p:txBody>
      </p:sp>
      <p:sp>
        <p:nvSpPr>
          <p:cNvPr id="45062" name="Line 2">
            <a:extLst>
              <a:ext uri="{FF2B5EF4-FFF2-40B4-BE49-F238E27FC236}">
                <a16:creationId xmlns:a16="http://schemas.microsoft.com/office/drawing/2014/main" id="{B069E5BD-1960-7802-8743-A033B28D3641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2514600"/>
            <a:ext cx="320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45063" name="Line 3">
            <a:extLst>
              <a:ext uri="{FF2B5EF4-FFF2-40B4-BE49-F238E27FC236}">
                <a16:creationId xmlns:a16="http://schemas.microsoft.com/office/drawing/2014/main" id="{451364F1-CC24-7A36-2BA0-0660D1B53F3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6425" y="23622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45064" name="Text Box 4">
            <a:extLst>
              <a:ext uri="{FF2B5EF4-FFF2-40B4-BE49-F238E27FC236}">
                <a16:creationId xmlns:a16="http://schemas.microsoft.com/office/drawing/2014/main" id="{CDD9BEB0-D14C-FDEF-B17B-DC87772BC9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4450" y="1981200"/>
            <a:ext cx="1123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“Go Live”</a:t>
            </a:r>
          </a:p>
        </p:txBody>
      </p:sp>
      <p:sp>
        <p:nvSpPr>
          <p:cNvPr id="45065" name="Line 5">
            <a:extLst>
              <a:ext uri="{FF2B5EF4-FFF2-40B4-BE49-F238E27FC236}">
                <a16:creationId xmlns:a16="http://schemas.microsoft.com/office/drawing/2014/main" id="{8208D674-EA0F-9BB5-3979-8A49C6ADDF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19200" y="32766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45066" name="Text Box 6">
            <a:extLst>
              <a:ext uri="{FF2B5EF4-FFF2-40B4-BE49-F238E27FC236}">
                <a16:creationId xmlns:a16="http://schemas.microsoft.com/office/drawing/2014/main" id="{746A0466-4414-1574-728E-BEA56B995B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209800"/>
            <a:ext cx="23510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 i="1">
                <a:latin typeface="Arial" panose="020B0604020202020204" pitchFamily="34" charset="0"/>
              </a:rPr>
              <a:t>current company practice</a:t>
            </a:r>
          </a:p>
        </p:txBody>
      </p:sp>
      <p:sp>
        <p:nvSpPr>
          <p:cNvPr id="45067" name="Text Box 7">
            <a:extLst>
              <a:ext uri="{FF2B5EF4-FFF2-40B4-BE49-F238E27FC236}">
                <a16:creationId xmlns:a16="http://schemas.microsoft.com/office/drawing/2014/main" id="{489A8370-2BD3-8717-9A2D-B97D5EF278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971800"/>
            <a:ext cx="24288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 i="1">
                <a:latin typeface="Arial" panose="020B0604020202020204" pitchFamily="34" charset="0"/>
              </a:rPr>
              <a:t>vendor’s assumed method</a:t>
            </a:r>
          </a:p>
        </p:txBody>
      </p:sp>
      <p:grpSp>
        <p:nvGrpSpPr>
          <p:cNvPr id="2" name="Group 21">
            <a:extLst>
              <a:ext uri="{FF2B5EF4-FFF2-40B4-BE49-F238E27FC236}">
                <a16:creationId xmlns:a16="http://schemas.microsoft.com/office/drawing/2014/main" id="{DBAFEBAF-F5E8-92C7-D5E5-C08E973B5D80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2476500"/>
            <a:ext cx="2514600" cy="796925"/>
            <a:chOff x="1728" y="1608"/>
            <a:chExt cx="1584" cy="502"/>
          </a:xfrm>
        </p:grpSpPr>
        <p:sp>
          <p:nvSpPr>
            <p:cNvPr id="45081" name="Text Box 10">
              <a:extLst>
                <a:ext uri="{FF2B5EF4-FFF2-40B4-BE49-F238E27FC236}">
                  <a16:creationId xmlns:a16="http://schemas.microsoft.com/office/drawing/2014/main" id="{EA795B2D-8AD8-BE47-9EFE-CA9110306A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680"/>
              <a:ext cx="97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 i="1">
                  <a:solidFill>
                    <a:schemeClr val="hlink"/>
                  </a:solidFill>
                  <a:latin typeface="Arial" panose="020B0604020202020204" pitchFamily="34" charset="0"/>
                </a:rPr>
                <a:t>customization</a:t>
              </a:r>
            </a:p>
          </p:txBody>
        </p:sp>
        <p:sp>
          <p:nvSpPr>
            <p:cNvPr id="45082" name="Freeform 11">
              <a:extLst>
                <a:ext uri="{FF2B5EF4-FFF2-40B4-BE49-F238E27FC236}">
                  <a16:creationId xmlns:a16="http://schemas.microsoft.com/office/drawing/2014/main" id="{593F433F-55B8-1B2C-63CB-4CC5AC94C8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7" y="1608"/>
              <a:ext cx="1125" cy="502"/>
            </a:xfrm>
            <a:custGeom>
              <a:avLst/>
              <a:gdLst>
                <a:gd name="T0" fmla="*/ 0 w 1125"/>
                <a:gd name="T1" fmla="*/ 498 h 502"/>
                <a:gd name="T2" fmla="*/ 386 w 1125"/>
                <a:gd name="T3" fmla="*/ 372 h 502"/>
                <a:gd name="T4" fmla="*/ 605 w 1125"/>
                <a:gd name="T5" fmla="*/ 108 h 502"/>
                <a:gd name="T6" fmla="*/ 1125 w 1125"/>
                <a:gd name="T7" fmla="*/ 24 h 50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25"/>
                <a:gd name="T13" fmla="*/ 0 h 502"/>
                <a:gd name="T14" fmla="*/ 1125 w 1125"/>
                <a:gd name="T15" fmla="*/ 502 h 50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25" h="502">
                  <a:moveTo>
                    <a:pt x="0" y="498"/>
                  </a:moveTo>
                  <a:cubicBezTo>
                    <a:pt x="96" y="502"/>
                    <a:pt x="284" y="480"/>
                    <a:pt x="386" y="372"/>
                  </a:cubicBezTo>
                  <a:cubicBezTo>
                    <a:pt x="488" y="264"/>
                    <a:pt x="478" y="216"/>
                    <a:pt x="605" y="108"/>
                  </a:cubicBezTo>
                  <a:cubicBezTo>
                    <a:pt x="732" y="0"/>
                    <a:pt x="996" y="39"/>
                    <a:pt x="1125" y="24"/>
                  </a:cubicBezTo>
                </a:path>
              </a:pathLst>
            </a:custGeom>
            <a:noFill/>
            <a:ln w="9525">
              <a:solidFill>
                <a:schemeClr val="hlink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9231" name="Freeform 15">
            <a:extLst>
              <a:ext uri="{FF2B5EF4-FFF2-40B4-BE49-F238E27FC236}">
                <a16:creationId xmlns:a16="http://schemas.microsoft.com/office/drawing/2014/main" id="{00C37399-3356-56AC-AE6B-C9E744CA230A}"/>
              </a:ext>
            </a:extLst>
          </p:cNvPr>
          <p:cNvSpPr>
            <a:spLocks/>
          </p:cNvSpPr>
          <p:nvPr/>
        </p:nvSpPr>
        <p:spPr bwMode="auto">
          <a:xfrm>
            <a:off x="3816350" y="2476500"/>
            <a:ext cx="1989138" cy="760413"/>
          </a:xfrm>
          <a:custGeom>
            <a:avLst/>
            <a:gdLst>
              <a:gd name="T0" fmla="*/ 2147483646 w 1253"/>
              <a:gd name="T1" fmla="*/ 2147483646 h 479"/>
              <a:gd name="T2" fmla="*/ 2147483646 w 1253"/>
              <a:gd name="T3" fmla="*/ 2147483646 h 479"/>
              <a:gd name="T4" fmla="*/ 2147483646 w 1253"/>
              <a:gd name="T5" fmla="*/ 2147483646 h 479"/>
              <a:gd name="T6" fmla="*/ 2147483646 w 1253"/>
              <a:gd name="T7" fmla="*/ 2147483646 h 479"/>
              <a:gd name="T8" fmla="*/ 2147483646 w 1253"/>
              <a:gd name="T9" fmla="*/ 2147483646 h 479"/>
              <a:gd name="T10" fmla="*/ 2147483646 w 1253"/>
              <a:gd name="T11" fmla="*/ 2147483646 h 479"/>
              <a:gd name="T12" fmla="*/ 2147483646 w 1253"/>
              <a:gd name="T13" fmla="*/ 2147483646 h 479"/>
              <a:gd name="T14" fmla="*/ 2147483646 w 1253"/>
              <a:gd name="T15" fmla="*/ 2147483646 h 479"/>
              <a:gd name="T16" fmla="*/ 2147483646 w 1253"/>
              <a:gd name="T17" fmla="*/ 2147483646 h 479"/>
              <a:gd name="T18" fmla="*/ 2147483646 w 1253"/>
              <a:gd name="T19" fmla="*/ 2147483646 h 47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253"/>
              <a:gd name="T31" fmla="*/ 0 h 479"/>
              <a:gd name="T32" fmla="*/ 1253 w 1253"/>
              <a:gd name="T33" fmla="*/ 479 h 479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253" h="479">
                <a:moveTo>
                  <a:pt x="56" y="479"/>
                </a:moveTo>
                <a:cubicBezTo>
                  <a:pt x="0" y="460"/>
                  <a:pt x="116" y="432"/>
                  <a:pt x="193" y="354"/>
                </a:cubicBezTo>
                <a:cubicBezTo>
                  <a:pt x="271" y="276"/>
                  <a:pt x="272" y="243"/>
                  <a:pt x="330" y="188"/>
                </a:cubicBezTo>
                <a:cubicBezTo>
                  <a:pt x="388" y="133"/>
                  <a:pt x="454" y="88"/>
                  <a:pt x="601" y="49"/>
                </a:cubicBezTo>
                <a:cubicBezTo>
                  <a:pt x="748" y="10"/>
                  <a:pt x="1217" y="32"/>
                  <a:pt x="1253" y="30"/>
                </a:cubicBezTo>
                <a:lnTo>
                  <a:pt x="818" y="39"/>
                </a:lnTo>
                <a:cubicBezTo>
                  <a:pt x="676" y="76"/>
                  <a:pt x="564" y="0"/>
                  <a:pt x="427" y="147"/>
                </a:cubicBezTo>
                <a:cubicBezTo>
                  <a:pt x="290" y="294"/>
                  <a:pt x="386" y="264"/>
                  <a:pt x="349" y="313"/>
                </a:cubicBezTo>
                <a:cubicBezTo>
                  <a:pt x="312" y="358"/>
                  <a:pt x="252" y="392"/>
                  <a:pt x="203" y="420"/>
                </a:cubicBezTo>
                <a:cubicBezTo>
                  <a:pt x="154" y="448"/>
                  <a:pt x="87" y="467"/>
                  <a:pt x="56" y="479"/>
                </a:cubicBezTo>
                <a:close/>
              </a:path>
            </a:pathLst>
          </a:cu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grpSp>
        <p:nvGrpSpPr>
          <p:cNvPr id="3" name="Group 23">
            <a:extLst>
              <a:ext uri="{FF2B5EF4-FFF2-40B4-BE49-F238E27FC236}">
                <a16:creationId xmlns:a16="http://schemas.microsoft.com/office/drawing/2014/main" id="{3E2849DF-D8C2-4CB9-9EC8-10939BDAAA7A}"/>
              </a:ext>
            </a:extLst>
          </p:cNvPr>
          <p:cNvGrpSpPr>
            <a:grpSpLocks/>
          </p:cNvGrpSpPr>
          <p:nvPr/>
        </p:nvGrpSpPr>
        <p:grpSpPr bwMode="auto">
          <a:xfrm>
            <a:off x="3517900" y="2514600"/>
            <a:ext cx="3600450" cy="768350"/>
            <a:chOff x="2216" y="1632"/>
            <a:chExt cx="2268" cy="484"/>
          </a:xfrm>
        </p:grpSpPr>
        <p:sp>
          <p:nvSpPr>
            <p:cNvPr id="45079" name="Text Box 14">
              <a:extLst>
                <a:ext uri="{FF2B5EF4-FFF2-40B4-BE49-F238E27FC236}">
                  <a16:creationId xmlns:a16="http://schemas.microsoft.com/office/drawing/2014/main" id="{E06A0422-AB75-0AC8-E69B-47157C6133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1824"/>
              <a:ext cx="165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 i="1">
                  <a:solidFill>
                    <a:srgbClr val="CC0000"/>
                  </a:solidFill>
                  <a:latin typeface="Arial" panose="020B0604020202020204" pitchFamily="34" charset="0"/>
                </a:rPr>
                <a:t>workforce understanding</a:t>
              </a:r>
            </a:p>
          </p:txBody>
        </p:sp>
        <p:sp>
          <p:nvSpPr>
            <p:cNvPr id="45080" name="Freeform 17">
              <a:extLst>
                <a:ext uri="{FF2B5EF4-FFF2-40B4-BE49-F238E27FC236}">
                  <a16:creationId xmlns:a16="http://schemas.microsoft.com/office/drawing/2014/main" id="{35304766-CF6B-23B5-9C89-02F2C00A42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6" y="1632"/>
              <a:ext cx="1192" cy="484"/>
            </a:xfrm>
            <a:custGeom>
              <a:avLst/>
              <a:gdLst>
                <a:gd name="T0" fmla="*/ 0 w 1192"/>
                <a:gd name="T1" fmla="*/ 484 h 484"/>
                <a:gd name="T2" fmla="*/ 485 w 1192"/>
                <a:gd name="T3" fmla="*/ 348 h 484"/>
                <a:gd name="T4" fmla="*/ 701 w 1192"/>
                <a:gd name="T5" fmla="*/ 65 h 484"/>
                <a:gd name="T6" fmla="*/ 1192 w 1192"/>
                <a:gd name="T7" fmla="*/ 0 h 4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92"/>
                <a:gd name="T13" fmla="*/ 0 h 484"/>
                <a:gd name="T14" fmla="*/ 1192 w 1192"/>
                <a:gd name="T15" fmla="*/ 484 h 4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92" h="484">
                  <a:moveTo>
                    <a:pt x="0" y="484"/>
                  </a:moveTo>
                  <a:cubicBezTo>
                    <a:pt x="98" y="474"/>
                    <a:pt x="371" y="465"/>
                    <a:pt x="485" y="348"/>
                  </a:cubicBezTo>
                  <a:cubicBezTo>
                    <a:pt x="599" y="231"/>
                    <a:pt x="583" y="123"/>
                    <a:pt x="701" y="65"/>
                  </a:cubicBezTo>
                  <a:cubicBezTo>
                    <a:pt x="819" y="7"/>
                    <a:pt x="1090" y="14"/>
                    <a:pt x="1192" y="0"/>
                  </a:cubicBezTo>
                </a:path>
              </a:pathLst>
            </a:cu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4" name="Group 22">
            <a:extLst>
              <a:ext uri="{FF2B5EF4-FFF2-40B4-BE49-F238E27FC236}">
                <a16:creationId xmlns:a16="http://schemas.microsoft.com/office/drawing/2014/main" id="{E78E4806-2DFB-E523-8B30-1991B2EBFBC3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209800"/>
            <a:ext cx="6781800" cy="460375"/>
            <a:chOff x="768" y="1440"/>
            <a:chExt cx="4272" cy="290"/>
          </a:xfrm>
        </p:grpSpPr>
        <p:sp>
          <p:nvSpPr>
            <p:cNvPr id="45077" name="Freeform 12">
              <a:extLst>
                <a:ext uri="{FF2B5EF4-FFF2-40B4-BE49-F238E27FC236}">
                  <a16:creationId xmlns:a16="http://schemas.microsoft.com/office/drawing/2014/main" id="{57F48EB8-D09B-5655-E64B-FBEDC6D9AF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" y="1632"/>
              <a:ext cx="4272" cy="98"/>
            </a:xfrm>
            <a:custGeom>
              <a:avLst/>
              <a:gdLst>
                <a:gd name="T0" fmla="*/ 0 w 4272"/>
                <a:gd name="T1" fmla="*/ 0 h 98"/>
                <a:gd name="T2" fmla="*/ 2016 w 4272"/>
                <a:gd name="T3" fmla="*/ 0 h 98"/>
                <a:gd name="T4" fmla="*/ 2016 w 4272"/>
                <a:gd name="T5" fmla="*/ 96 h 98"/>
                <a:gd name="T6" fmla="*/ 2190 w 4272"/>
                <a:gd name="T7" fmla="*/ 15 h 98"/>
                <a:gd name="T8" fmla="*/ 2448 w 4272"/>
                <a:gd name="T9" fmla="*/ 0 h 98"/>
                <a:gd name="T10" fmla="*/ 4272 w 4272"/>
                <a:gd name="T11" fmla="*/ 0 h 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272"/>
                <a:gd name="T19" fmla="*/ 0 h 98"/>
                <a:gd name="T20" fmla="*/ 4272 w 4272"/>
                <a:gd name="T21" fmla="*/ 98 h 9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272" h="98">
                  <a:moveTo>
                    <a:pt x="0" y="0"/>
                  </a:moveTo>
                  <a:lnTo>
                    <a:pt x="2016" y="0"/>
                  </a:lnTo>
                  <a:lnTo>
                    <a:pt x="2016" y="96"/>
                  </a:lnTo>
                  <a:cubicBezTo>
                    <a:pt x="2045" y="98"/>
                    <a:pt x="2112" y="25"/>
                    <a:pt x="2190" y="15"/>
                  </a:cubicBezTo>
                  <a:cubicBezTo>
                    <a:pt x="2268" y="5"/>
                    <a:pt x="2096" y="0"/>
                    <a:pt x="2448" y="0"/>
                  </a:cubicBezTo>
                  <a:lnTo>
                    <a:pt x="4272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5078" name="Text Box 18">
              <a:extLst>
                <a:ext uri="{FF2B5EF4-FFF2-40B4-BE49-F238E27FC236}">
                  <a16:creationId xmlns:a16="http://schemas.microsoft.com/office/drawing/2014/main" id="{9DF776EB-353A-611E-7ECC-E17E3AB731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1440"/>
              <a:ext cx="119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 i="1">
                  <a:solidFill>
                    <a:schemeClr val="accent2"/>
                  </a:solidFill>
                  <a:latin typeface="Arial" panose="020B0604020202020204" pitchFamily="34" charset="0"/>
                </a:rPr>
                <a:t>familiar operation</a:t>
              </a:r>
            </a:p>
          </p:txBody>
        </p:sp>
      </p:grpSp>
      <p:grpSp>
        <p:nvGrpSpPr>
          <p:cNvPr id="5" name="Group 26">
            <a:extLst>
              <a:ext uri="{FF2B5EF4-FFF2-40B4-BE49-F238E27FC236}">
                <a16:creationId xmlns:a16="http://schemas.microsoft.com/office/drawing/2014/main" id="{9ACD6CBF-054D-BD5A-D7F9-03B647F895E6}"/>
              </a:ext>
            </a:extLst>
          </p:cNvPr>
          <p:cNvGrpSpPr>
            <a:grpSpLocks/>
          </p:cNvGrpSpPr>
          <p:nvPr/>
        </p:nvGrpSpPr>
        <p:grpSpPr bwMode="auto">
          <a:xfrm>
            <a:off x="3732213" y="3429000"/>
            <a:ext cx="1144587" cy="412750"/>
            <a:chOff x="2256" y="2016"/>
            <a:chExt cx="721" cy="260"/>
          </a:xfrm>
        </p:grpSpPr>
        <p:sp>
          <p:nvSpPr>
            <p:cNvPr id="45075" name="Line 24">
              <a:extLst>
                <a:ext uri="{FF2B5EF4-FFF2-40B4-BE49-F238E27FC236}">
                  <a16:creationId xmlns:a16="http://schemas.microsoft.com/office/drawing/2014/main" id="{6742BA91-5825-EB30-34A2-9ED1B143D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5" y="2016"/>
              <a:ext cx="624" cy="0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b"/>
            <a:lstStyle/>
            <a:p>
              <a:endParaRPr lang="en-CA"/>
            </a:p>
          </p:txBody>
        </p:sp>
        <p:sp>
          <p:nvSpPr>
            <p:cNvPr id="45076" name="Text Box 25">
              <a:extLst>
                <a:ext uri="{FF2B5EF4-FFF2-40B4-BE49-F238E27FC236}">
                  <a16:creationId xmlns:a16="http://schemas.microsoft.com/office/drawing/2014/main" id="{DFE7D5AB-0F14-E038-0624-E7740C6192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2064"/>
              <a:ext cx="72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b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 i="1">
                  <a:solidFill>
                    <a:srgbClr val="3333FF"/>
                  </a:solidFill>
                  <a:latin typeface="Arial" panose="020B0604020202020204" pitchFamily="34" charset="0"/>
                </a:rPr>
                <a:t>3-6 weeks</a:t>
              </a:r>
            </a:p>
          </p:txBody>
        </p:sp>
      </p:grpSp>
      <p:sp>
        <p:nvSpPr>
          <p:cNvPr id="45073" name="Date Placeholder 5">
            <a:extLst>
              <a:ext uri="{FF2B5EF4-FFF2-40B4-BE49-F238E27FC236}">
                <a16:creationId xmlns:a16="http://schemas.microsoft.com/office/drawing/2014/main" id="{041F8E1B-6BB1-A44A-266F-F67E8E293DF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A28BC7C-D850-4C2A-A09C-807242D57689}" type="datetime1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4/20/2026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45074" name="Slide Number Placeholder 6">
            <a:extLst>
              <a:ext uri="{FF2B5EF4-FFF2-40B4-BE49-F238E27FC236}">
                <a16:creationId xmlns:a16="http://schemas.microsoft.com/office/drawing/2014/main" id="{F1447708-0C49-D843-CED5-8B596DA8F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2076014-1062-42B2-8D3C-2664B647B19F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5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3D76B6C-6A1F-F333-F67B-9F83C0E61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broader connections</a:t>
            </a:r>
          </a:p>
        </p:txBody>
      </p:sp>
      <p:sp>
        <p:nvSpPr>
          <p:cNvPr id="46083" name="Text Placeholder 5">
            <a:extLst>
              <a:ext uri="{FF2B5EF4-FFF2-40B4-BE49-F238E27FC236}">
                <a16:creationId xmlns:a16="http://schemas.microsoft.com/office/drawing/2014/main" id="{FEF8026C-6EF8-8017-16C1-1EF5C44023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46084" name="Date Placeholder 3">
            <a:extLst>
              <a:ext uri="{FF2B5EF4-FFF2-40B4-BE49-F238E27FC236}">
                <a16:creationId xmlns:a16="http://schemas.microsoft.com/office/drawing/2014/main" id="{AB86EADA-E56D-A9B6-2284-C2EB8770EA4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74E3273-99DD-45B3-A9E7-9675E58940DE}" type="datetime1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4/20/2026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46085" name="Slide Number Placeholder 6">
            <a:extLst>
              <a:ext uri="{FF2B5EF4-FFF2-40B4-BE49-F238E27FC236}">
                <a16:creationId xmlns:a16="http://schemas.microsoft.com/office/drawing/2014/main" id="{9ED02B7B-0651-4D78-5FD3-370185169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AFF697D-9F59-4170-B07E-F2B97FA378D5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1F879C-F7CE-5DBC-AC6D-7F1E2ED69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©2000-2014 Vic Uzumeri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EC182B6A-B256-FAE3-DFBB-B197B53BA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Complementing Conventional Methods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9DC8CA15-3E19-9111-C37A-1B0BDAAFF9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414496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2600" b="1"/>
              <a:t>Instructional Design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600"/>
              <a:t>Artist can ‘mine’ video  objects when expert is not available</a:t>
            </a:r>
          </a:p>
          <a:p>
            <a:pPr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US" sz="2600" b="1"/>
          </a:p>
          <a:p>
            <a:pPr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2600" b="1"/>
              <a:t>‘Rapid’ eLearning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600"/>
              <a:t>Expert can supplement written material with video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600"/>
              <a:t>Outsource tedious transformations</a:t>
            </a:r>
          </a:p>
        </p:txBody>
      </p:sp>
      <p:sp>
        <p:nvSpPr>
          <p:cNvPr id="47108" name="Date Placeholder 40">
            <a:extLst>
              <a:ext uri="{FF2B5EF4-FFF2-40B4-BE49-F238E27FC236}">
                <a16:creationId xmlns:a16="http://schemas.microsoft.com/office/drawing/2014/main" id="{4395248C-96E2-DC81-14DE-C80F7F5536C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6417BF0-32F8-4582-BAAA-6F0646E33457}" type="datetime1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4/20/2026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47109" name="Slide Number Placeholder 41">
            <a:extLst>
              <a:ext uri="{FF2B5EF4-FFF2-40B4-BE49-F238E27FC236}">
                <a16:creationId xmlns:a16="http://schemas.microsoft.com/office/drawing/2014/main" id="{010A4950-8594-7347-09BF-864AB0BC6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E013282-4D42-498F-AB08-09F9C87A3FDF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43" name="Footer Placeholder 42">
            <a:extLst>
              <a:ext uri="{FF2B5EF4-FFF2-40B4-BE49-F238E27FC236}">
                <a16:creationId xmlns:a16="http://schemas.microsoft.com/office/drawing/2014/main" id="{B5AB8E36-FB56-3099-86D2-EF99DD8E4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©2000-2014 Vic Uzumeri</a:t>
            </a:r>
          </a:p>
        </p:txBody>
      </p:sp>
      <p:grpSp>
        <p:nvGrpSpPr>
          <p:cNvPr id="47111" name="Group 45">
            <a:extLst>
              <a:ext uri="{FF2B5EF4-FFF2-40B4-BE49-F238E27FC236}">
                <a16:creationId xmlns:a16="http://schemas.microsoft.com/office/drawing/2014/main" id="{EB4C885A-9E4C-63AA-5E14-9B5019428289}"/>
              </a:ext>
            </a:extLst>
          </p:cNvPr>
          <p:cNvGrpSpPr>
            <a:grpSpLocks/>
          </p:cNvGrpSpPr>
          <p:nvPr/>
        </p:nvGrpSpPr>
        <p:grpSpPr bwMode="auto">
          <a:xfrm>
            <a:off x="6019800" y="1676400"/>
            <a:ext cx="1524000" cy="1800225"/>
            <a:chOff x="5186363" y="2057400"/>
            <a:chExt cx="2967037" cy="3505200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1542019E-D65B-B42B-A07A-51EEAE994C78}"/>
                </a:ext>
              </a:extLst>
            </p:cNvPr>
            <p:cNvSpPr/>
            <p:nvPr/>
          </p:nvSpPr>
          <p:spPr>
            <a:xfrm>
              <a:off x="5186363" y="3658541"/>
              <a:ext cx="2895953" cy="190405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b" anchorCtr="1"/>
            <a:lstStyle/>
            <a:p>
              <a:pPr algn="ctr" eaLnBrk="1" hangingPunct="1">
                <a:defRPr/>
              </a:pPr>
              <a:r>
                <a:rPr lang="en-US" sz="700" dirty="0"/>
                <a:t>Powerful Computer Workstation</a:t>
              </a:r>
            </a:p>
          </p:txBody>
        </p:sp>
        <p:sp>
          <p:nvSpPr>
            <p:cNvPr id="47122" name="AutoShape 3">
              <a:extLst>
                <a:ext uri="{FF2B5EF4-FFF2-40B4-BE49-F238E27FC236}">
                  <a16:creationId xmlns:a16="http://schemas.microsoft.com/office/drawing/2014/main" id="{55193AD8-7FD3-A426-C6C2-D0FC535154B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360319" y="3058319"/>
              <a:ext cx="481013" cy="307975"/>
            </a:xfrm>
            <a:prstGeom prst="leftRightArrow">
              <a:avLst>
                <a:gd name="adj1" fmla="val 50000"/>
                <a:gd name="adj2" fmla="val 36776"/>
              </a:avLst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700"/>
            </a:p>
          </p:txBody>
        </p:sp>
        <p:sp>
          <p:nvSpPr>
            <p:cNvPr id="47123" name="TextBox 49">
              <a:extLst>
                <a:ext uri="{FF2B5EF4-FFF2-40B4-BE49-F238E27FC236}">
                  <a16:creationId xmlns:a16="http://schemas.microsoft.com/office/drawing/2014/main" id="{C81CF37A-D400-1102-D71E-80052C9652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46875" y="2362201"/>
              <a:ext cx="1406525" cy="389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700">
                  <a:latin typeface="Arial" panose="020B0604020202020204" pitchFamily="34" charset="0"/>
                </a:rPr>
                <a:t>expert</a:t>
              </a:r>
            </a:p>
          </p:txBody>
        </p:sp>
        <p:sp>
          <p:nvSpPr>
            <p:cNvPr id="47124" name="TextBox 50">
              <a:extLst>
                <a:ext uri="{FF2B5EF4-FFF2-40B4-BE49-F238E27FC236}">
                  <a16:creationId xmlns:a16="http://schemas.microsoft.com/office/drawing/2014/main" id="{4ACF842A-65B4-316D-F48C-223820DDEB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46875" y="3733799"/>
              <a:ext cx="740264" cy="389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700">
                  <a:solidFill>
                    <a:schemeClr val="bg1"/>
                  </a:solidFill>
                  <a:latin typeface="Arial" panose="020B0604020202020204" pitchFamily="34" charset="0"/>
                </a:rPr>
                <a:t>artist</a:t>
              </a:r>
            </a:p>
          </p:txBody>
        </p:sp>
        <p:pic>
          <p:nvPicPr>
            <p:cNvPr id="47125" name="Picture 2" descr="\\Sydney\data\zipfiles_registered\icons_and_ClipArt\ProfessionalIcons\ix_ObjectsAndPeople_all\32x32\plain\pawn_glass_red.png">
              <a:extLst>
                <a:ext uri="{FF2B5EF4-FFF2-40B4-BE49-F238E27FC236}">
                  <a16:creationId xmlns:a16="http://schemas.microsoft.com/office/drawing/2014/main" id="{B78699BC-4050-9F23-49CF-010A8EDFEE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81725" y="3581400"/>
              <a:ext cx="838200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7126" name="Picture 5" descr="\\Sydney\data\zipfiles_registered\icons_and_ClipArt\ProfessionalIcons\ix_ObjectsAndPeople_all\32x32\plain\pawn_glass_blue.png">
              <a:extLst>
                <a:ext uri="{FF2B5EF4-FFF2-40B4-BE49-F238E27FC236}">
                  <a16:creationId xmlns:a16="http://schemas.microsoft.com/office/drawing/2014/main" id="{4DBCE193-8C1C-0AED-0FE8-0901B869A1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76963" y="2057400"/>
              <a:ext cx="847725" cy="847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7127" name="Group 64">
              <a:extLst>
                <a:ext uri="{FF2B5EF4-FFF2-40B4-BE49-F238E27FC236}">
                  <a16:creationId xmlns:a16="http://schemas.microsoft.com/office/drawing/2014/main" id="{81F47522-8FDC-C5FB-19E7-3D8C37C715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38763" y="3886200"/>
              <a:ext cx="2590800" cy="1025525"/>
              <a:chOff x="2743200" y="5181600"/>
              <a:chExt cx="2590800" cy="1025525"/>
            </a:xfrm>
          </p:grpSpPr>
          <p:sp>
            <p:nvSpPr>
              <p:cNvPr id="47128" name="Rectangle 4">
                <a:extLst>
                  <a:ext uri="{FF2B5EF4-FFF2-40B4-BE49-F238E27FC236}">
                    <a16:creationId xmlns:a16="http://schemas.microsoft.com/office/drawing/2014/main" id="{4116408C-D27D-1375-B86E-007E75B1EE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43200" y="5181600"/>
                <a:ext cx="563563" cy="263525"/>
              </a:xfrm>
              <a:prstGeom prst="rect">
                <a:avLst/>
              </a:prstGeom>
              <a:solidFill>
                <a:schemeClr val="bg1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67801" tIns="33513" rIns="67801" bIns="33513" anchor="ctr" anchorCtr="1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spcAft>
                    <a:spcPts val="1000"/>
                  </a:spcAft>
                  <a:buFontTx/>
                  <a:buNone/>
                </a:pPr>
                <a:r>
                  <a:rPr lang="en-US" altLang="en-US" sz="700">
                    <a:latin typeface="Arial" panose="020B0604020202020204" pitchFamily="34" charset="0"/>
                  </a:rPr>
                  <a:t>tool</a:t>
                </a:r>
              </a:p>
            </p:txBody>
          </p:sp>
          <p:sp>
            <p:nvSpPr>
              <p:cNvPr id="47129" name="Rectangle 4">
                <a:extLst>
                  <a:ext uri="{FF2B5EF4-FFF2-40B4-BE49-F238E27FC236}">
                    <a16:creationId xmlns:a16="http://schemas.microsoft.com/office/drawing/2014/main" id="{8CCEE78F-E4D9-0181-0E55-7427332344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95600" y="5334000"/>
                <a:ext cx="563563" cy="263525"/>
              </a:xfrm>
              <a:prstGeom prst="rect">
                <a:avLst/>
              </a:prstGeom>
              <a:solidFill>
                <a:schemeClr val="bg1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67801" tIns="33513" rIns="67801" bIns="33513" anchor="ctr" anchorCtr="1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spcAft>
                    <a:spcPts val="1000"/>
                  </a:spcAft>
                  <a:buFontTx/>
                  <a:buNone/>
                </a:pPr>
                <a:r>
                  <a:rPr lang="en-US" altLang="en-US" sz="700">
                    <a:latin typeface="Arial" panose="020B0604020202020204" pitchFamily="34" charset="0"/>
                  </a:rPr>
                  <a:t>tool</a:t>
                </a:r>
              </a:p>
            </p:txBody>
          </p:sp>
          <p:sp>
            <p:nvSpPr>
              <p:cNvPr id="47130" name="Rectangle 4">
                <a:extLst>
                  <a:ext uri="{FF2B5EF4-FFF2-40B4-BE49-F238E27FC236}">
                    <a16:creationId xmlns:a16="http://schemas.microsoft.com/office/drawing/2014/main" id="{57098191-93ED-4543-8C44-94135D57C3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8000" y="5486400"/>
                <a:ext cx="563563" cy="263525"/>
              </a:xfrm>
              <a:prstGeom prst="rect">
                <a:avLst/>
              </a:prstGeom>
              <a:solidFill>
                <a:schemeClr val="bg1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67801" tIns="33513" rIns="67801" bIns="33513" anchor="ctr" anchorCtr="1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spcAft>
                    <a:spcPts val="1000"/>
                  </a:spcAft>
                  <a:buFontTx/>
                  <a:buNone/>
                </a:pPr>
                <a:r>
                  <a:rPr lang="en-US" altLang="en-US" sz="700">
                    <a:latin typeface="Arial" panose="020B0604020202020204" pitchFamily="34" charset="0"/>
                  </a:rPr>
                  <a:t>tool</a:t>
                </a:r>
              </a:p>
            </p:txBody>
          </p:sp>
          <p:sp>
            <p:nvSpPr>
              <p:cNvPr id="47131" name="Rectangle 4">
                <a:extLst>
                  <a:ext uri="{FF2B5EF4-FFF2-40B4-BE49-F238E27FC236}">
                    <a16:creationId xmlns:a16="http://schemas.microsoft.com/office/drawing/2014/main" id="{4330F4EC-C6E0-16A4-3156-A0A0D02D81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00400" y="5638800"/>
                <a:ext cx="563563" cy="263525"/>
              </a:xfrm>
              <a:prstGeom prst="rect">
                <a:avLst/>
              </a:prstGeom>
              <a:solidFill>
                <a:schemeClr val="bg1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67801" tIns="33513" rIns="67801" bIns="33513" anchor="ctr" anchorCtr="1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spcAft>
                    <a:spcPts val="1000"/>
                  </a:spcAft>
                  <a:buFontTx/>
                  <a:buNone/>
                </a:pPr>
                <a:r>
                  <a:rPr lang="en-US" altLang="en-US" sz="700">
                    <a:latin typeface="Arial" panose="020B0604020202020204" pitchFamily="34" charset="0"/>
                  </a:rPr>
                  <a:t>tool</a:t>
                </a:r>
              </a:p>
            </p:txBody>
          </p:sp>
          <p:sp>
            <p:nvSpPr>
              <p:cNvPr id="47132" name="Rectangle 4">
                <a:extLst>
                  <a:ext uri="{FF2B5EF4-FFF2-40B4-BE49-F238E27FC236}">
                    <a16:creationId xmlns:a16="http://schemas.microsoft.com/office/drawing/2014/main" id="{809F4103-DD5F-1CF7-0D58-98AD215CEA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52800" y="5791200"/>
                <a:ext cx="563563" cy="263525"/>
              </a:xfrm>
              <a:prstGeom prst="rect">
                <a:avLst/>
              </a:prstGeom>
              <a:solidFill>
                <a:schemeClr val="bg1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67801" tIns="33513" rIns="67801" bIns="33513" anchor="ctr" anchorCtr="1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spcAft>
                    <a:spcPts val="1000"/>
                  </a:spcAft>
                  <a:buFontTx/>
                  <a:buNone/>
                </a:pPr>
                <a:r>
                  <a:rPr lang="en-US" altLang="en-US" sz="700">
                    <a:latin typeface="Arial" panose="020B0604020202020204" pitchFamily="34" charset="0"/>
                  </a:rPr>
                  <a:t>tool</a:t>
                </a:r>
              </a:p>
            </p:txBody>
          </p:sp>
          <p:sp>
            <p:nvSpPr>
              <p:cNvPr id="47133" name="Rectangle 4">
                <a:extLst>
                  <a:ext uri="{FF2B5EF4-FFF2-40B4-BE49-F238E27FC236}">
                    <a16:creationId xmlns:a16="http://schemas.microsoft.com/office/drawing/2014/main" id="{EBEA33A4-ADD5-4791-24B4-72447E692D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5200" y="5943600"/>
                <a:ext cx="563563" cy="263525"/>
              </a:xfrm>
              <a:prstGeom prst="rect">
                <a:avLst/>
              </a:prstGeom>
              <a:solidFill>
                <a:schemeClr val="bg1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67801" tIns="33513" rIns="67801" bIns="33513" anchor="ctr" anchorCtr="1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spcAft>
                    <a:spcPts val="1000"/>
                  </a:spcAft>
                  <a:buFontTx/>
                  <a:buNone/>
                </a:pPr>
                <a:r>
                  <a:rPr lang="en-US" altLang="en-US" sz="700">
                    <a:latin typeface="Arial" panose="020B0604020202020204" pitchFamily="34" charset="0"/>
                  </a:rPr>
                  <a:t>tool</a:t>
                </a:r>
              </a:p>
            </p:txBody>
          </p:sp>
          <p:grpSp>
            <p:nvGrpSpPr>
              <p:cNvPr id="47134" name="Group 63">
                <a:extLst>
                  <a:ext uri="{FF2B5EF4-FFF2-40B4-BE49-F238E27FC236}">
                    <a16:creationId xmlns:a16="http://schemas.microsoft.com/office/drawing/2014/main" id="{3D6AFE2A-62FF-0E95-26F4-3D58D0603A4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4008437" y="5181600"/>
                <a:ext cx="1325563" cy="1025525"/>
                <a:chOff x="3779837" y="5222875"/>
                <a:chExt cx="1325563" cy="1025525"/>
              </a:xfrm>
            </p:grpSpPr>
            <p:sp>
              <p:nvSpPr>
                <p:cNvPr id="47135" name="Rectangle 4">
                  <a:extLst>
                    <a:ext uri="{FF2B5EF4-FFF2-40B4-BE49-F238E27FC236}">
                      <a16:creationId xmlns:a16="http://schemas.microsoft.com/office/drawing/2014/main" id="{D05AB9D2-E3BA-9290-DD04-50DD06FC67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79837" y="5222875"/>
                  <a:ext cx="563563" cy="263525"/>
                </a:xfrm>
                <a:prstGeom prst="rect">
                  <a:avLst/>
                </a:prstGeom>
                <a:solidFill>
                  <a:schemeClr val="bg1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67801" tIns="33513" rIns="67801" bIns="33513" anchor="ctr" anchorCtr="1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spcAft>
                      <a:spcPts val="1000"/>
                    </a:spcAft>
                    <a:buFontTx/>
                    <a:buNone/>
                  </a:pPr>
                  <a:r>
                    <a:rPr lang="en-US" altLang="en-US" sz="700">
                      <a:latin typeface="Arial" panose="020B0604020202020204" pitchFamily="34" charset="0"/>
                    </a:rPr>
                    <a:t>tool</a:t>
                  </a:r>
                </a:p>
              </p:txBody>
            </p:sp>
            <p:sp>
              <p:nvSpPr>
                <p:cNvPr id="47136" name="Rectangle 4">
                  <a:extLst>
                    <a:ext uri="{FF2B5EF4-FFF2-40B4-BE49-F238E27FC236}">
                      <a16:creationId xmlns:a16="http://schemas.microsoft.com/office/drawing/2014/main" id="{2E2EA378-889A-1470-46B5-47BF4A0A46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32237" y="5375275"/>
                  <a:ext cx="563563" cy="263525"/>
                </a:xfrm>
                <a:prstGeom prst="rect">
                  <a:avLst/>
                </a:prstGeom>
                <a:solidFill>
                  <a:schemeClr val="bg1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67801" tIns="33513" rIns="67801" bIns="33513" anchor="ctr" anchorCtr="1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spcAft>
                      <a:spcPts val="1000"/>
                    </a:spcAft>
                    <a:buFontTx/>
                    <a:buNone/>
                  </a:pPr>
                  <a:r>
                    <a:rPr lang="en-US" altLang="en-US" sz="700">
                      <a:latin typeface="Arial" panose="020B0604020202020204" pitchFamily="34" charset="0"/>
                    </a:rPr>
                    <a:t>tool</a:t>
                  </a:r>
                </a:p>
              </p:txBody>
            </p:sp>
            <p:sp>
              <p:nvSpPr>
                <p:cNvPr id="47137" name="Rectangle 4">
                  <a:extLst>
                    <a:ext uri="{FF2B5EF4-FFF2-40B4-BE49-F238E27FC236}">
                      <a16:creationId xmlns:a16="http://schemas.microsoft.com/office/drawing/2014/main" id="{9D782F17-DC06-CC79-85FD-710DD6F1F0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84637" y="5527675"/>
                  <a:ext cx="563563" cy="263525"/>
                </a:xfrm>
                <a:prstGeom prst="rect">
                  <a:avLst/>
                </a:prstGeom>
                <a:solidFill>
                  <a:schemeClr val="bg1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67801" tIns="33513" rIns="67801" bIns="33513" anchor="ctr" anchorCtr="1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spcAft>
                      <a:spcPts val="1000"/>
                    </a:spcAft>
                    <a:buFontTx/>
                    <a:buNone/>
                  </a:pPr>
                  <a:r>
                    <a:rPr lang="en-US" altLang="en-US" sz="700">
                      <a:latin typeface="Arial" panose="020B0604020202020204" pitchFamily="34" charset="0"/>
                    </a:rPr>
                    <a:t>tool</a:t>
                  </a:r>
                </a:p>
              </p:txBody>
            </p:sp>
            <p:sp>
              <p:nvSpPr>
                <p:cNvPr id="47138" name="Rectangle 4">
                  <a:extLst>
                    <a:ext uri="{FF2B5EF4-FFF2-40B4-BE49-F238E27FC236}">
                      <a16:creationId xmlns:a16="http://schemas.microsoft.com/office/drawing/2014/main" id="{B77B8B7D-F014-251F-C3A2-5A64535240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7037" y="5680075"/>
                  <a:ext cx="563563" cy="263525"/>
                </a:xfrm>
                <a:prstGeom prst="rect">
                  <a:avLst/>
                </a:prstGeom>
                <a:solidFill>
                  <a:schemeClr val="bg1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67801" tIns="33513" rIns="67801" bIns="33513" anchor="ctr" anchorCtr="1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spcAft>
                      <a:spcPts val="1000"/>
                    </a:spcAft>
                    <a:buFontTx/>
                    <a:buNone/>
                  </a:pPr>
                  <a:r>
                    <a:rPr lang="en-US" altLang="en-US" sz="700">
                      <a:latin typeface="Arial" panose="020B0604020202020204" pitchFamily="34" charset="0"/>
                    </a:rPr>
                    <a:t>tool</a:t>
                  </a:r>
                </a:p>
              </p:txBody>
            </p:sp>
            <p:sp>
              <p:nvSpPr>
                <p:cNvPr id="47139" name="Rectangle 4">
                  <a:extLst>
                    <a:ext uri="{FF2B5EF4-FFF2-40B4-BE49-F238E27FC236}">
                      <a16:creationId xmlns:a16="http://schemas.microsoft.com/office/drawing/2014/main" id="{0191EB6F-561A-8D9C-7E6D-0CD25BF542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89437" y="5832475"/>
                  <a:ext cx="563563" cy="263525"/>
                </a:xfrm>
                <a:prstGeom prst="rect">
                  <a:avLst/>
                </a:prstGeom>
                <a:solidFill>
                  <a:schemeClr val="bg1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67801" tIns="33513" rIns="67801" bIns="33513" anchor="ctr" anchorCtr="1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spcAft>
                      <a:spcPts val="1000"/>
                    </a:spcAft>
                    <a:buFontTx/>
                    <a:buNone/>
                  </a:pPr>
                  <a:r>
                    <a:rPr lang="en-US" altLang="en-US" sz="700">
                      <a:latin typeface="Arial" panose="020B0604020202020204" pitchFamily="34" charset="0"/>
                    </a:rPr>
                    <a:t>tool</a:t>
                  </a:r>
                </a:p>
              </p:txBody>
            </p:sp>
            <p:sp>
              <p:nvSpPr>
                <p:cNvPr id="47140" name="Rectangle 4">
                  <a:extLst>
                    <a:ext uri="{FF2B5EF4-FFF2-40B4-BE49-F238E27FC236}">
                      <a16:creationId xmlns:a16="http://schemas.microsoft.com/office/drawing/2014/main" id="{006F9840-E8EC-63D3-752A-F49BF95678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41837" y="5984875"/>
                  <a:ext cx="563563" cy="263525"/>
                </a:xfrm>
                <a:prstGeom prst="rect">
                  <a:avLst/>
                </a:prstGeom>
                <a:solidFill>
                  <a:schemeClr val="bg1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67801" tIns="33513" rIns="67801" bIns="33513" anchor="ctr" anchorCtr="1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spcAft>
                      <a:spcPts val="1000"/>
                    </a:spcAft>
                    <a:buFontTx/>
                    <a:buNone/>
                  </a:pPr>
                  <a:r>
                    <a:rPr lang="en-US" altLang="en-US" sz="700">
                      <a:latin typeface="Arial" panose="020B0604020202020204" pitchFamily="34" charset="0"/>
                    </a:rPr>
                    <a:t>tool</a:t>
                  </a:r>
                </a:p>
              </p:txBody>
            </p:sp>
          </p:grpSp>
        </p:grpSp>
      </p:grpSp>
      <p:grpSp>
        <p:nvGrpSpPr>
          <p:cNvPr id="47112" name="Group 66">
            <a:extLst>
              <a:ext uri="{FF2B5EF4-FFF2-40B4-BE49-F238E27FC236}">
                <a16:creationId xmlns:a16="http://schemas.microsoft.com/office/drawing/2014/main" id="{8FD74CCB-CC11-547E-F79E-DB6F1A4AD0E6}"/>
              </a:ext>
            </a:extLst>
          </p:cNvPr>
          <p:cNvGrpSpPr>
            <a:grpSpLocks/>
          </p:cNvGrpSpPr>
          <p:nvPr/>
        </p:nvGrpSpPr>
        <p:grpSpPr bwMode="auto">
          <a:xfrm>
            <a:off x="6019800" y="4114800"/>
            <a:ext cx="1524000" cy="1546225"/>
            <a:chOff x="5029200" y="2092330"/>
            <a:chExt cx="2895600" cy="2936870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F3CB6555-0880-79AB-040A-46D83F0C48C8}"/>
                </a:ext>
              </a:extLst>
            </p:cNvPr>
            <p:cNvSpPr/>
            <p:nvPr/>
          </p:nvSpPr>
          <p:spPr>
            <a:xfrm>
              <a:off x="5029200" y="3123551"/>
              <a:ext cx="2895600" cy="190564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b" anchorCtr="1"/>
            <a:lstStyle/>
            <a:p>
              <a:pPr algn="ctr" eaLnBrk="1" hangingPunct="1">
                <a:defRPr/>
              </a:pPr>
              <a:r>
                <a:rPr lang="en-US" sz="700" dirty="0"/>
                <a:t>Powerful Computer Workstation</a:t>
              </a:r>
            </a:p>
          </p:txBody>
        </p:sp>
        <p:grpSp>
          <p:nvGrpSpPr>
            <p:cNvPr id="47114" name="Group 26">
              <a:extLst>
                <a:ext uri="{FF2B5EF4-FFF2-40B4-BE49-F238E27FC236}">
                  <a16:creationId xmlns:a16="http://schemas.microsoft.com/office/drawing/2014/main" id="{55AA865C-910E-EA83-A879-CBDC1CB9E7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37187" y="2092330"/>
              <a:ext cx="2271714" cy="1228726"/>
              <a:chOff x="5501750" y="2362200"/>
              <a:chExt cx="2271949" cy="1228187"/>
            </a:xfrm>
          </p:grpSpPr>
          <p:sp>
            <p:nvSpPr>
              <p:cNvPr id="47117" name="TextBox 49">
                <a:extLst>
                  <a:ext uri="{FF2B5EF4-FFF2-40B4-BE49-F238E27FC236}">
                    <a16:creationId xmlns:a16="http://schemas.microsoft.com/office/drawing/2014/main" id="{A034B8DA-75D2-A3FD-B1C4-62F9A17B50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24499" y="2362299"/>
                <a:ext cx="801687" cy="5845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700">
                    <a:latin typeface="Arial" panose="020B0604020202020204" pitchFamily="34" charset="0"/>
                  </a:rPr>
                  <a:t>expert</a:t>
                </a:r>
              </a:p>
            </p:txBody>
          </p:sp>
          <p:sp>
            <p:nvSpPr>
              <p:cNvPr id="47118" name="TextBox 50">
                <a:extLst>
                  <a:ext uri="{FF2B5EF4-FFF2-40B4-BE49-F238E27FC236}">
                    <a16:creationId xmlns:a16="http://schemas.microsoft.com/office/drawing/2014/main" id="{AE738E3D-B200-C272-8A77-248B0212AA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40488" y="2362200"/>
                <a:ext cx="1033211" cy="3799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700">
                    <a:solidFill>
                      <a:srgbClr val="002060"/>
                    </a:solidFill>
                    <a:latin typeface="Arial" panose="020B0604020202020204" pitchFamily="34" charset="0"/>
                  </a:rPr>
                  <a:t>facilitator</a:t>
                </a:r>
              </a:p>
            </p:txBody>
          </p:sp>
          <p:pic>
            <p:nvPicPr>
              <p:cNvPr id="47119" name="Picture 2" descr="\\Sydney\data\zipfiles_registered\icons_and_ClipArt\ProfessionalIcons\ix_ObjectsAndPeople_all\32x32\plain\pawn_glass_red.png">
                <a:extLst>
                  <a:ext uri="{FF2B5EF4-FFF2-40B4-BE49-F238E27FC236}">
                    <a16:creationId xmlns:a16="http://schemas.microsoft.com/office/drawing/2014/main" id="{CA388467-BB5B-4EC4-93CE-C80D4296441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781800" y="2747692"/>
                <a:ext cx="838200" cy="838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7120" name="Picture 5" descr="\\Sydney\data\zipfiles_registered\icons_and_ClipArt\ProfessionalIcons\ix_ObjectsAndPeople_all\32x32\plain\pawn_glass_blue.png">
                <a:extLst>
                  <a:ext uri="{FF2B5EF4-FFF2-40B4-BE49-F238E27FC236}">
                    <a16:creationId xmlns:a16="http://schemas.microsoft.com/office/drawing/2014/main" id="{E6615CCA-40A5-DB93-095F-6CD52F66460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01750" y="2743200"/>
                <a:ext cx="847187" cy="847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08835DFE-52B9-E567-A05A-18FC56B25210}"/>
                </a:ext>
              </a:extLst>
            </p:cNvPr>
            <p:cNvSpPr/>
            <p:nvPr/>
          </p:nvSpPr>
          <p:spPr>
            <a:xfrm>
              <a:off x="5448460" y="3732635"/>
              <a:ext cx="2057083" cy="68748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sz="700" dirty="0">
                  <a:solidFill>
                    <a:srgbClr val="002060"/>
                  </a:solidFill>
                </a:rPr>
                <a:t>Rapid Authoring</a:t>
              </a:r>
            </a:p>
            <a:p>
              <a:pPr algn="ctr" eaLnBrk="1" hangingPunct="1">
                <a:defRPr/>
              </a:pPr>
              <a:r>
                <a:rPr lang="en-US" sz="700" dirty="0">
                  <a:solidFill>
                    <a:srgbClr val="002060"/>
                  </a:solidFill>
                </a:rPr>
                <a:t>Software</a:t>
              </a:r>
            </a:p>
          </p:txBody>
        </p:sp>
        <p:sp>
          <p:nvSpPr>
            <p:cNvPr id="71" name="Left-Right-Up Arrow 70">
              <a:extLst>
                <a:ext uri="{FF2B5EF4-FFF2-40B4-BE49-F238E27FC236}">
                  <a16:creationId xmlns:a16="http://schemas.microsoft.com/office/drawing/2014/main" id="{45ECA83C-8AE6-8F1F-16DD-DAC9F121DEDE}"/>
                </a:ext>
              </a:extLst>
            </p:cNvPr>
            <p:cNvSpPr/>
            <p:nvPr/>
          </p:nvSpPr>
          <p:spPr>
            <a:xfrm rot="10800000">
              <a:off x="6096953" y="3198934"/>
              <a:ext cx="760095" cy="533701"/>
            </a:xfrm>
            <a:prstGeom prst="leftRightUp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 sz="7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3">
            <a:extLst>
              <a:ext uri="{FF2B5EF4-FFF2-40B4-BE49-F238E27FC236}">
                <a16:creationId xmlns:a16="http://schemas.microsoft.com/office/drawing/2014/main" id="{79DAAAEF-C6AA-3B42-803C-2708E85E0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V-POST Network</a:t>
            </a:r>
            <a:endParaRPr lang="en-US" altLang="en-US" sz="2000"/>
          </a:p>
        </p:txBody>
      </p:sp>
      <p:pic>
        <p:nvPicPr>
          <p:cNvPr id="4099" name="Picture 2" descr="C:\Documents and Settings\vic.uzumeri.IPOV\Desktop\Kiosk Work\Finished Siemens\Siemens_server.png">
            <a:extLst>
              <a:ext uri="{FF2B5EF4-FFF2-40B4-BE49-F238E27FC236}">
                <a16:creationId xmlns:a16="http://schemas.microsoft.com/office/drawing/2014/main" id="{8570333F-38BF-AEFF-ED1B-C1415E328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509428" y="1828800"/>
            <a:ext cx="746125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132" name="Picture 3" descr="C:\Documents and Settings\vic.uzumeri.IPOV\Desktop\Kiosk Work\Finished Siemens\Siemens_desktop.png">
            <a:extLst>
              <a:ext uri="{FF2B5EF4-FFF2-40B4-BE49-F238E27FC236}">
                <a16:creationId xmlns:a16="http://schemas.microsoft.com/office/drawing/2014/main" id="{D44DF916-6A37-0458-B850-FAF385FB9F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8" y="3856038"/>
            <a:ext cx="1222375" cy="1319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3" name="Picture 4" descr="C:\Documents and Settings\vic.uzumeri.IPOV\Desktop\Kiosk Work\Finished Siemens\Siemens_laptop.png">
            <a:extLst>
              <a:ext uri="{FF2B5EF4-FFF2-40B4-BE49-F238E27FC236}">
                <a16:creationId xmlns:a16="http://schemas.microsoft.com/office/drawing/2014/main" id="{5A365F98-5D4A-FE88-6A16-EA4CE22781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856038"/>
            <a:ext cx="1855788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4" name="Picture 5" descr="C:\Documents and Settings\vic.uzumeri.IPOV\Desktop\Kiosk Work\Finished Siemens\Siemens_kiosk.png">
            <a:extLst>
              <a:ext uri="{FF2B5EF4-FFF2-40B4-BE49-F238E27FC236}">
                <a16:creationId xmlns:a16="http://schemas.microsoft.com/office/drawing/2014/main" id="{906EBD7B-770E-8CEB-B909-1FD2CBAC22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5838" y="3856038"/>
            <a:ext cx="1238250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5" name="Picture 6" descr="C:\Documents and Settings\vic.uzumeri.IPOV\Desktop\Kiosk Work\Finished Siemens\Siemens_tablet.png">
            <a:extLst>
              <a:ext uri="{FF2B5EF4-FFF2-40B4-BE49-F238E27FC236}">
                <a16:creationId xmlns:a16="http://schemas.microsoft.com/office/drawing/2014/main" id="{20DE3E65-3E6C-1967-6317-ED81EB5DD0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2700" y="3856038"/>
            <a:ext cx="1993900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6" name="TextBox 9">
            <a:extLst>
              <a:ext uri="{FF2B5EF4-FFF2-40B4-BE49-F238E27FC236}">
                <a16:creationId xmlns:a16="http://schemas.microsoft.com/office/drawing/2014/main" id="{68BC639E-EA61-D5B2-2CF4-F23489E436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050" y="5181600"/>
            <a:ext cx="139065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Process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Owner’s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Workstation</a:t>
            </a:r>
          </a:p>
        </p:txBody>
      </p:sp>
      <p:sp>
        <p:nvSpPr>
          <p:cNvPr id="48137" name="TextBox 10">
            <a:extLst>
              <a:ext uri="{FF2B5EF4-FFF2-40B4-BE49-F238E27FC236}">
                <a16:creationId xmlns:a16="http://schemas.microsoft.com/office/drawing/2014/main" id="{6C3D8D3F-FAD5-264C-F14F-0DDFD67D21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3263" y="5181600"/>
            <a:ext cx="1263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Engineer’s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Laptop</a:t>
            </a:r>
          </a:p>
        </p:txBody>
      </p:sp>
      <p:sp>
        <p:nvSpPr>
          <p:cNvPr id="48138" name="TextBox 11">
            <a:extLst>
              <a:ext uri="{FF2B5EF4-FFF2-40B4-BE49-F238E27FC236}">
                <a16:creationId xmlns:a16="http://schemas.microsoft.com/office/drawing/2014/main" id="{28ECA185-59BC-79E0-90FA-B1637D1BC0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5181600"/>
            <a:ext cx="1585913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Touchscreen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Factory  Kiosk</a:t>
            </a:r>
          </a:p>
        </p:txBody>
      </p:sp>
      <p:sp>
        <p:nvSpPr>
          <p:cNvPr id="48139" name="TextBox 12">
            <a:extLst>
              <a:ext uri="{FF2B5EF4-FFF2-40B4-BE49-F238E27FC236}">
                <a16:creationId xmlns:a16="http://schemas.microsoft.com/office/drawing/2014/main" id="{D43D393B-FC21-A37E-BDBF-EC9C08FF8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3500" y="5181600"/>
            <a:ext cx="1585913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Technician’s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Touchscreen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Tablet</a:t>
            </a:r>
          </a:p>
        </p:txBody>
      </p:sp>
      <p:sp>
        <p:nvSpPr>
          <p:cNvPr id="48140" name="TextBox 13">
            <a:extLst>
              <a:ext uri="{FF2B5EF4-FFF2-40B4-BE49-F238E27FC236}">
                <a16:creationId xmlns:a16="http://schemas.microsoft.com/office/drawing/2014/main" id="{9FF8087F-C9B2-584E-BFB3-958ABA66BE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1971675"/>
            <a:ext cx="13652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in-Plant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Proxy Server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(optional)</a:t>
            </a:r>
          </a:p>
        </p:txBody>
      </p:sp>
      <p:cxnSp>
        <p:nvCxnSpPr>
          <p:cNvPr id="48141" name="Elbow Connector 15">
            <a:extLst>
              <a:ext uri="{FF2B5EF4-FFF2-40B4-BE49-F238E27FC236}">
                <a16:creationId xmlns:a16="http://schemas.microsoft.com/office/drawing/2014/main" id="{93F8278C-79EA-B41F-5F30-EF21BA70EA60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2515394" y="1488281"/>
            <a:ext cx="820738" cy="3914775"/>
          </a:xfrm>
          <a:prstGeom prst="bentConnector3">
            <a:avLst>
              <a:gd name="adj1" fmla="val 49903"/>
            </a:avLst>
          </a:prstGeom>
          <a:noFill/>
          <a:ln w="9525" algn="ctr">
            <a:solidFill>
              <a:srgbClr val="4A7EBB"/>
            </a:solidFill>
            <a:miter lim="800000"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42" name="Elbow Connector 17">
            <a:extLst>
              <a:ext uri="{FF2B5EF4-FFF2-40B4-BE49-F238E27FC236}">
                <a16:creationId xmlns:a16="http://schemas.microsoft.com/office/drawing/2014/main" id="{FE1C9010-9267-5F69-172D-8915B3839C6D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3333750" y="2306638"/>
            <a:ext cx="820738" cy="2278062"/>
          </a:xfrm>
          <a:prstGeom prst="bentConnector3">
            <a:avLst>
              <a:gd name="adj1" fmla="val 49903"/>
            </a:avLst>
          </a:prstGeom>
          <a:noFill/>
          <a:ln w="9525" algn="ctr">
            <a:solidFill>
              <a:srgbClr val="4A7EBB"/>
            </a:solidFill>
            <a:miter lim="800000"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43" name="Elbow Connector 19">
            <a:extLst>
              <a:ext uri="{FF2B5EF4-FFF2-40B4-BE49-F238E27FC236}">
                <a16:creationId xmlns:a16="http://schemas.microsoft.com/office/drawing/2014/main" id="{829DD41F-D958-BAB2-8F72-D933C529C022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4106863" y="3086100"/>
            <a:ext cx="808038" cy="731837"/>
          </a:xfrm>
          <a:prstGeom prst="bentConnector3">
            <a:avLst>
              <a:gd name="adj1" fmla="val 49903"/>
            </a:avLst>
          </a:prstGeom>
          <a:noFill/>
          <a:ln w="9525" algn="ctr">
            <a:solidFill>
              <a:srgbClr val="4A7EBB"/>
            </a:solidFill>
            <a:miter lim="800000"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44" name="Elbow Connector 21">
            <a:extLst>
              <a:ext uri="{FF2B5EF4-FFF2-40B4-BE49-F238E27FC236}">
                <a16:creationId xmlns:a16="http://schemas.microsoft.com/office/drawing/2014/main" id="{CABF73B7-A0CB-6380-C8ED-F633D7FCDD16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5076031" y="2842419"/>
            <a:ext cx="820738" cy="1206500"/>
          </a:xfrm>
          <a:prstGeom prst="bentConnector3">
            <a:avLst>
              <a:gd name="adj1" fmla="val 49903"/>
            </a:avLst>
          </a:prstGeom>
          <a:noFill/>
          <a:ln w="9525" algn="ctr">
            <a:solidFill>
              <a:srgbClr val="4A7EBB"/>
            </a:solidFill>
            <a:miter lim="800000"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91F75EFB-C7E3-46AF-7125-685E24D83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©2000-2014 Vic Uzumeri</a:t>
            </a:r>
            <a:endParaRPr lang="en-US" dirty="0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  <p:pic>
        <p:nvPicPr>
          <p:cNvPr id="48146" name="Picture 2" descr="C:\Documents and Settings\vic.uzumeri.IPOV\Desktop\Kiosk Work\Finished Siemens\Siemens_server.png">
            <a:extLst>
              <a:ext uri="{FF2B5EF4-FFF2-40B4-BE49-F238E27FC236}">
                <a16:creationId xmlns:a16="http://schemas.microsoft.com/office/drawing/2014/main" id="{944675D4-D95F-5949-CF3A-09F52B6814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1475" y="1828800"/>
            <a:ext cx="7461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47" name="TextBox 13">
            <a:extLst>
              <a:ext uri="{FF2B5EF4-FFF2-40B4-BE49-F238E27FC236}">
                <a16:creationId xmlns:a16="http://schemas.microsoft.com/office/drawing/2014/main" id="{50C8B968-09C6-9C64-6CEC-81689EC138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816100"/>
            <a:ext cx="16541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Siemens/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Corporate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Master Content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Server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6149CEF-99BA-FE59-2DA2-0B565DBB6814}"/>
              </a:ext>
            </a:extLst>
          </p:cNvPr>
          <p:cNvCxnSpPr>
            <a:endCxn id="4099" idx="1"/>
          </p:cNvCxnSpPr>
          <p:nvPr/>
        </p:nvCxnSpPr>
        <p:spPr>
          <a:xfrm>
            <a:off x="3657600" y="2428875"/>
            <a:ext cx="852488" cy="1588"/>
          </a:xfrm>
          <a:prstGeom prst="straightConnector1">
            <a:avLst/>
          </a:prstGeom>
          <a:ln>
            <a:prstDash val="solid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149" name="Picture 22" descr="mobile_colage">
            <a:extLst>
              <a:ext uri="{FF2B5EF4-FFF2-40B4-BE49-F238E27FC236}">
                <a16:creationId xmlns:a16="http://schemas.microsoft.com/office/drawing/2014/main" id="{0505E110-A93F-3873-690A-A00711D75B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0100" y="3856038"/>
            <a:ext cx="16891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50" name="Text Box 23">
            <a:extLst>
              <a:ext uri="{FF2B5EF4-FFF2-40B4-BE49-F238E27FC236}">
                <a16:creationId xmlns:a16="http://schemas.microsoft.com/office/drawing/2014/main" id="{604AE8AB-AF86-08D6-57EE-177A5D9463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5181600"/>
            <a:ext cx="1733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Mobile Devices</a:t>
            </a:r>
          </a:p>
        </p:txBody>
      </p:sp>
      <p:cxnSp>
        <p:nvCxnSpPr>
          <p:cNvPr id="48151" name="AutoShape 24">
            <a:extLst>
              <a:ext uri="{FF2B5EF4-FFF2-40B4-BE49-F238E27FC236}">
                <a16:creationId xmlns:a16="http://schemas.microsoft.com/office/drawing/2014/main" id="{E0F1297B-A928-BECA-FD0F-98646D6E9481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>
            <a:off x="6028531" y="1889919"/>
            <a:ext cx="820738" cy="3111500"/>
          </a:xfrm>
          <a:prstGeom prst="bentConnector3">
            <a:avLst>
              <a:gd name="adj1" fmla="val 49903"/>
            </a:avLst>
          </a:prstGeom>
          <a:noFill/>
          <a:ln w="9525">
            <a:solidFill>
              <a:schemeClr val="accent1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8152" name="Date Placeholder 1">
            <a:extLst>
              <a:ext uri="{FF2B5EF4-FFF2-40B4-BE49-F238E27FC236}">
                <a16:creationId xmlns:a16="http://schemas.microsoft.com/office/drawing/2014/main" id="{BDE89871-88F5-0E67-5550-0D505ACE4F5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9EAE9A-C82A-49C7-94D9-85A72CED98DC}" type="datetime1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4/20/2026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48153" name="Slide Number Placeholder 2">
            <a:extLst>
              <a:ext uri="{FF2B5EF4-FFF2-40B4-BE49-F238E27FC236}">
                <a16:creationId xmlns:a16="http://schemas.microsoft.com/office/drawing/2014/main" id="{6128F1B2-1069-6041-BEC3-AE8E50BC2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3528393-21EC-42E2-960E-18356C155849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1" name="Group 3">
            <a:extLst>
              <a:ext uri="{FF2B5EF4-FFF2-40B4-BE49-F238E27FC236}">
                <a16:creationId xmlns:a16="http://schemas.microsoft.com/office/drawing/2014/main" id="{3FA8CE93-6879-F4CE-BCCD-37BC26F0BCC7}"/>
              </a:ext>
            </a:extLst>
          </p:cNvPr>
          <p:cNvGrpSpPr>
            <a:grpSpLocks/>
          </p:cNvGrpSpPr>
          <p:nvPr/>
        </p:nvGrpSpPr>
        <p:grpSpPr bwMode="auto">
          <a:xfrm>
            <a:off x="5026025" y="5105400"/>
            <a:ext cx="2176463" cy="390525"/>
            <a:chOff x="2565" y="3553"/>
            <a:chExt cx="1527" cy="296"/>
          </a:xfrm>
        </p:grpSpPr>
        <p:sp>
          <p:nvSpPr>
            <p:cNvPr id="1100" name="AutoShape 4">
              <a:extLst>
                <a:ext uri="{FF2B5EF4-FFF2-40B4-BE49-F238E27FC236}">
                  <a16:creationId xmlns:a16="http://schemas.microsoft.com/office/drawing/2014/main" id="{00F7BD2A-FD37-A3C4-772A-FEADDA6DA8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5" y="3636"/>
              <a:ext cx="167" cy="13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101" name="AutoShape 5">
              <a:extLst>
                <a:ext uri="{FF2B5EF4-FFF2-40B4-BE49-F238E27FC236}">
                  <a16:creationId xmlns:a16="http://schemas.microsoft.com/office/drawing/2014/main" id="{80760AE6-BB68-8301-7014-86469B5B69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1" y="3599"/>
              <a:ext cx="232" cy="204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102" name="AutoShape 6">
              <a:extLst>
                <a:ext uri="{FF2B5EF4-FFF2-40B4-BE49-F238E27FC236}">
                  <a16:creationId xmlns:a16="http://schemas.microsoft.com/office/drawing/2014/main" id="{010AD290-AE15-18A3-6DA7-810403C485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3" y="3618"/>
              <a:ext cx="186" cy="166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1103" name="AutoShape 7">
              <a:extLst>
                <a:ext uri="{FF2B5EF4-FFF2-40B4-BE49-F238E27FC236}">
                  <a16:creationId xmlns:a16="http://schemas.microsoft.com/office/drawing/2014/main" id="{E00F4E47-0D03-ECE1-A43A-15BB0FB514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9" y="3553"/>
              <a:ext cx="326" cy="296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1104" name="AutoShape 8">
              <a:extLst>
                <a:ext uri="{FF2B5EF4-FFF2-40B4-BE49-F238E27FC236}">
                  <a16:creationId xmlns:a16="http://schemas.microsoft.com/office/drawing/2014/main" id="{AA2C5B51-AB85-096B-7CD5-F4BC8D5D70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5" y="3632"/>
              <a:ext cx="177" cy="13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</a:rPr>
                <a:t>5</a:t>
              </a:r>
            </a:p>
          </p:txBody>
        </p:sp>
        <p:cxnSp>
          <p:nvCxnSpPr>
            <p:cNvPr id="1105" name="AutoShape 9">
              <a:extLst>
                <a:ext uri="{FF2B5EF4-FFF2-40B4-BE49-F238E27FC236}">
                  <a16:creationId xmlns:a16="http://schemas.microsoft.com/office/drawing/2014/main" id="{FA5E1F89-B0BE-92C0-53FA-33F0390C4E32}"/>
                </a:ext>
              </a:extLst>
            </p:cNvPr>
            <p:cNvCxnSpPr>
              <a:cxnSpLocks noChangeShapeType="1"/>
              <a:stCxn id="1100" idx="3"/>
              <a:endCxn id="1101" idx="1"/>
            </p:cNvCxnSpPr>
            <p:nvPr/>
          </p:nvCxnSpPr>
          <p:spPr bwMode="auto">
            <a:xfrm>
              <a:off x="2732" y="3701"/>
              <a:ext cx="10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06" name="AutoShape 10">
              <a:extLst>
                <a:ext uri="{FF2B5EF4-FFF2-40B4-BE49-F238E27FC236}">
                  <a16:creationId xmlns:a16="http://schemas.microsoft.com/office/drawing/2014/main" id="{4BB6B26E-8EC5-1BE3-45D4-C4210342B96C}"/>
                </a:ext>
              </a:extLst>
            </p:cNvPr>
            <p:cNvCxnSpPr>
              <a:cxnSpLocks noChangeShapeType="1"/>
              <a:stCxn id="1101" idx="3"/>
              <a:endCxn id="1102" idx="1"/>
            </p:cNvCxnSpPr>
            <p:nvPr/>
          </p:nvCxnSpPr>
          <p:spPr bwMode="auto">
            <a:xfrm>
              <a:off x="3073" y="3701"/>
              <a:ext cx="11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07" name="AutoShape 11">
              <a:extLst>
                <a:ext uri="{FF2B5EF4-FFF2-40B4-BE49-F238E27FC236}">
                  <a16:creationId xmlns:a16="http://schemas.microsoft.com/office/drawing/2014/main" id="{8F7E7DE5-9618-D8F4-10DF-7022532C211C}"/>
                </a:ext>
              </a:extLst>
            </p:cNvPr>
            <p:cNvCxnSpPr>
              <a:cxnSpLocks noChangeShapeType="1"/>
              <a:stCxn id="1102" idx="3"/>
              <a:endCxn id="1103" idx="1"/>
            </p:cNvCxnSpPr>
            <p:nvPr/>
          </p:nvCxnSpPr>
          <p:spPr bwMode="auto">
            <a:xfrm>
              <a:off x="3369" y="3701"/>
              <a:ext cx="11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08" name="AutoShape 12">
              <a:extLst>
                <a:ext uri="{FF2B5EF4-FFF2-40B4-BE49-F238E27FC236}">
                  <a16:creationId xmlns:a16="http://schemas.microsoft.com/office/drawing/2014/main" id="{72552346-25D2-9974-558C-6A95378DC2D2}"/>
                </a:ext>
              </a:extLst>
            </p:cNvPr>
            <p:cNvCxnSpPr>
              <a:cxnSpLocks noChangeShapeType="1"/>
              <a:stCxn id="1103" idx="3"/>
              <a:endCxn id="1104" idx="1"/>
            </p:cNvCxnSpPr>
            <p:nvPr/>
          </p:nvCxnSpPr>
          <p:spPr bwMode="auto">
            <a:xfrm>
              <a:off x="3805" y="3701"/>
              <a:ext cx="11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52" name="Group 13">
            <a:extLst>
              <a:ext uri="{FF2B5EF4-FFF2-40B4-BE49-F238E27FC236}">
                <a16:creationId xmlns:a16="http://schemas.microsoft.com/office/drawing/2014/main" id="{329486D5-75B4-96E7-94D9-457F39FD325A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4738688"/>
            <a:ext cx="1249362" cy="1541462"/>
            <a:chOff x="509" y="2401"/>
            <a:chExt cx="876" cy="1166"/>
          </a:xfrm>
        </p:grpSpPr>
        <p:sp>
          <p:nvSpPr>
            <p:cNvPr id="1080" name="Oval 14">
              <a:extLst>
                <a:ext uri="{FF2B5EF4-FFF2-40B4-BE49-F238E27FC236}">
                  <a16:creationId xmlns:a16="http://schemas.microsoft.com/office/drawing/2014/main" id="{6D19A15F-FB85-EAC8-7703-97DA47FDD5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" y="2942"/>
              <a:ext cx="84" cy="8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grpSp>
          <p:nvGrpSpPr>
            <p:cNvPr id="1081" name="Group 15">
              <a:extLst>
                <a:ext uri="{FF2B5EF4-FFF2-40B4-BE49-F238E27FC236}">
                  <a16:creationId xmlns:a16="http://schemas.microsoft.com/office/drawing/2014/main" id="{0D41AE27-F31D-F277-3309-C4789499CE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99" y="2401"/>
              <a:ext cx="486" cy="1166"/>
              <a:chOff x="899" y="2401"/>
              <a:chExt cx="486" cy="1166"/>
            </a:xfrm>
          </p:grpSpPr>
          <p:grpSp>
            <p:nvGrpSpPr>
              <p:cNvPr id="1089" name="Group 16">
                <a:extLst>
                  <a:ext uri="{FF2B5EF4-FFF2-40B4-BE49-F238E27FC236}">
                    <a16:creationId xmlns:a16="http://schemas.microsoft.com/office/drawing/2014/main" id="{3965E554-A505-EE3C-4DFD-E333F771E2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99" y="2956"/>
                <a:ext cx="486" cy="611"/>
                <a:chOff x="899" y="2956"/>
                <a:chExt cx="486" cy="611"/>
              </a:xfrm>
            </p:grpSpPr>
            <p:sp>
              <p:nvSpPr>
                <p:cNvPr id="1095" name="Oval 17">
                  <a:extLst>
                    <a:ext uri="{FF2B5EF4-FFF2-40B4-BE49-F238E27FC236}">
                      <a16:creationId xmlns:a16="http://schemas.microsoft.com/office/drawing/2014/main" id="{79389D2C-0E61-70C0-BE38-1E6E1C70B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9" y="3219"/>
                  <a:ext cx="84" cy="84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096" name="Group 18">
                  <a:extLst>
                    <a:ext uri="{FF2B5EF4-FFF2-40B4-BE49-F238E27FC236}">
                      <a16:creationId xmlns:a16="http://schemas.microsoft.com/office/drawing/2014/main" id="{B2272251-C019-6CDE-A3BF-F465D531620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01" y="2956"/>
                  <a:ext cx="84" cy="611"/>
                  <a:chOff x="1301" y="2956"/>
                  <a:chExt cx="84" cy="611"/>
                </a:xfrm>
              </p:grpSpPr>
              <p:sp>
                <p:nvSpPr>
                  <p:cNvPr id="1097" name="Oval 19">
                    <a:extLst>
                      <a:ext uri="{FF2B5EF4-FFF2-40B4-BE49-F238E27FC236}">
                        <a16:creationId xmlns:a16="http://schemas.microsoft.com/office/drawing/2014/main" id="{C8BC508A-861E-2DB3-7EFD-B969A5127F5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301" y="3483"/>
                    <a:ext cx="84" cy="84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Font typeface="Arial" panose="020B0604020202020204" pitchFamily="34" charset="0"/>
                      <a:buChar char="•"/>
                      <a:defRPr sz="32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8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1098" name="Oval 20">
                    <a:extLst>
                      <a:ext uri="{FF2B5EF4-FFF2-40B4-BE49-F238E27FC236}">
                        <a16:creationId xmlns:a16="http://schemas.microsoft.com/office/drawing/2014/main" id="{9ADECA90-4135-19F7-4299-E745E5B65E9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301" y="3219"/>
                    <a:ext cx="84" cy="84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Font typeface="Arial" panose="020B0604020202020204" pitchFamily="34" charset="0"/>
                      <a:buChar char="•"/>
                      <a:defRPr sz="32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8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1099" name="Oval 21">
                    <a:extLst>
                      <a:ext uri="{FF2B5EF4-FFF2-40B4-BE49-F238E27FC236}">
                        <a16:creationId xmlns:a16="http://schemas.microsoft.com/office/drawing/2014/main" id="{A75C7374-6733-71A6-9146-A14A15BB9CC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301" y="2956"/>
                    <a:ext cx="84" cy="84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Font typeface="Arial" panose="020B0604020202020204" pitchFamily="34" charset="0"/>
                      <a:buChar char="•"/>
                      <a:defRPr sz="32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8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</p:grpSp>
          </p:grpSp>
          <p:grpSp>
            <p:nvGrpSpPr>
              <p:cNvPr id="1090" name="Group 22">
                <a:extLst>
                  <a:ext uri="{FF2B5EF4-FFF2-40B4-BE49-F238E27FC236}">
                    <a16:creationId xmlns:a16="http://schemas.microsoft.com/office/drawing/2014/main" id="{7A0E3A53-3549-5950-40F4-DFB70CC3A46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06" y="2401"/>
                <a:ext cx="479" cy="347"/>
                <a:chOff x="906" y="2401"/>
                <a:chExt cx="479" cy="347"/>
              </a:xfrm>
            </p:grpSpPr>
            <p:sp>
              <p:nvSpPr>
                <p:cNvPr id="1091" name="Oval 23">
                  <a:extLst>
                    <a:ext uri="{FF2B5EF4-FFF2-40B4-BE49-F238E27FC236}">
                      <a16:creationId xmlns:a16="http://schemas.microsoft.com/office/drawing/2014/main" id="{7B754E81-0741-A042-EEB3-59959CE9BC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06" y="2533"/>
                  <a:ext cx="84" cy="84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092" name="Group 24">
                  <a:extLst>
                    <a:ext uri="{FF2B5EF4-FFF2-40B4-BE49-F238E27FC236}">
                      <a16:creationId xmlns:a16="http://schemas.microsoft.com/office/drawing/2014/main" id="{9AF48E21-CF4D-F998-07F2-7397F6713F5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01" y="2401"/>
                  <a:ext cx="84" cy="347"/>
                  <a:chOff x="1301" y="2429"/>
                  <a:chExt cx="84" cy="347"/>
                </a:xfrm>
              </p:grpSpPr>
              <p:sp>
                <p:nvSpPr>
                  <p:cNvPr id="1093" name="Oval 25">
                    <a:extLst>
                      <a:ext uri="{FF2B5EF4-FFF2-40B4-BE49-F238E27FC236}">
                        <a16:creationId xmlns:a16="http://schemas.microsoft.com/office/drawing/2014/main" id="{8462AB05-A704-64EB-8753-FDFE65B6EDE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301" y="2429"/>
                    <a:ext cx="84" cy="84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Font typeface="Arial" panose="020B0604020202020204" pitchFamily="34" charset="0"/>
                      <a:buChar char="•"/>
                      <a:defRPr sz="32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8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1094" name="Oval 26">
                    <a:extLst>
                      <a:ext uri="{FF2B5EF4-FFF2-40B4-BE49-F238E27FC236}">
                        <a16:creationId xmlns:a16="http://schemas.microsoft.com/office/drawing/2014/main" id="{8899C950-2CA3-0795-0781-688CDDC4EFF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301" y="2692"/>
                    <a:ext cx="84" cy="84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Font typeface="Arial" panose="020B0604020202020204" pitchFamily="34" charset="0"/>
                      <a:buChar char="•"/>
                      <a:defRPr sz="32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8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</p:grpSp>
          </p:grpSp>
        </p:grpSp>
        <p:cxnSp>
          <p:nvCxnSpPr>
            <p:cNvPr id="1082" name="AutoShape 27">
              <a:extLst>
                <a:ext uri="{FF2B5EF4-FFF2-40B4-BE49-F238E27FC236}">
                  <a16:creationId xmlns:a16="http://schemas.microsoft.com/office/drawing/2014/main" id="{4BD71E8C-01BC-773E-3063-0EBEC697714F}"/>
                </a:ext>
              </a:extLst>
            </p:cNvPr>
            <p:cNvCxnSpPr>
              <a:cxnSpLocks noChangeShapeType="1"/>
              <a:stCxn id="1080" idx="7"/>
              <a:endCxn id="1091" idx="3"/>
            </p:cNvCxnSpPr>
            <p:nvPr/>
          </p:nvCxnSpPr>
          <p:spPr bwMode="auto">
            <a:xfrm flipV="1">
              <a:off x="581" y="2605"/>
              <a:ext cx="337" cy="34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83" name="AutoShape 28">
              <a:extLst>
                <a:ext uri="{FF2B5EF4-FFF2-40B4-BE49-F238E27FC236}">
                  <a16:creationId xmlns:a16="http://schemas.microsoft.com/office/drawing/2014/main" id="{FBC3F24F-6BF5-8390-DA61-38C06F43FFCF}"/>
                </a:ext>
              </a:extLst>
            </p:cNvPr>
            <p:cNvCxnSpPr>
              <a:cxnSpLocks noChangeShapeType="1"/>
              <a:stCxn id="1091" idx="6"/>
              <a:endCxn id="1093" idx="2"/>
            </p:cNvCxnSpPr>
            <p:nvPr/>
          </p:nvCxnSpPr>
          <p:spPr bwMode="auto">
            <a:xfrm flipV="1">
              <a:off x="990" y="2443"/>
              <a:ext cx="311" cy="13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84" name="AutoShape 29">
              <a:extLst>
                <a:ext uri="{FF2B5EF4-FFF2-40B4-BE49-F238E27FC236}">
                  <a16:creationId xmlns:a16="http://schemas.microsoft.com/office/drawing/2014/main" id="{E2D8AE08-3E50-ABF5-3CA4-92672894AEE9}"/>
                </a:ext>
              </a:extLst>
            </p:cNvPr>
            <p:cNvCxnSpPr>
              <a:cxnSpLocks noChangeShapeType="1"/>
              <a:stCxn id="1091" idx="6"/>
              <a:endCxn id="1094" idx="2"/>
            </p:cNvCxnSpPr>
            <p:nvPr/>
          </p:nvCxnSpPr>
          <p:spPr bwMode="auto">
            <a:xfrm>
              <a:off x="990" y="2575"/>
              <a:ext cx="311" cy="13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85" name="AutoShape 30">
              <a:extLst>
                <a:ext uri="{FF2B5EF4-FFF2-40B4-BE49-F238E27FC236}">
                  <a16:creationId xmlns:a16="http://schemas.microsoft.com/office/drawing/2014/main" id="{420C0DD6-552F-A514-12F5-A9749AE74919}"/>
                </a:ext>
              </a:extLst>
            </p:cNvPr>
            <p:cNvCxnSpPr>
              <a:cxnSpLocks noChangeShapeType="1"/>
              <a:stCxn id="1095" idx="6"/>
              <a:endCxn id="1099" idx="3"/>
            </p:cNvCxnSpPr>
            <p:nvPr/>
          </p:nvCxnSpPr>
          <p:spPr bwMode="auto">
            <a:xfrm flipV="1">
              <a:off x="983" y="3028"/>
              <a:ext cx="330" cy="23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86" name="AutoShape 31">
              <a:extLst>
                <a:ext uri="{FF2B5EF4-FFF2-40B4-BE49-F238E27FC236}">
                  <a16:creationId xmlns:a16="http://schemas.microsoft.com/office/drawing/2014/main" id="{0FD4EC22-50FF-76DF-2DC8-1D8BE05720F0}"/>
                </a:ext>
              </a:extLst>
            </p:cNvPr>
            <p:cNvCxnSpPr>
              <a:cxnSpLocks noChangeShapeType="1"/>
              <a:stCxn id="1095" idx="6"/>
              <a:endCxn id="1098" idx="2"/>
            </p:cNvCxnSpPr>
            <p:nvPr/>
          </p:nvCxnSpPr>
          <p:spPr bwMode="auto">
            <a:xfrm>
              <a:off x="983" y="3261"/>
              <a:ext cx="318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87" name="AutoShape 32">
              <a:extLst>
                <a:ext uri="{FF2B5EF4-FFF2-40B4-BE49-F238E27FC236}">
                  <a16:creationId xmlns:a16="http://schemas.microsoft.com/office/drawing/2014/main" id="{ADFA0AD4-9AA6-1934-ADC3-B163C925DB7A}"/>
                </a:ext>
              </a:extLst>
            </p:cNvPr>
            <p:cNvCxnSpPr>
              <a:cxnSpLocks noChangeShapeType="1"/>
              <a:stCxn id="1095" idx="6"/>
              <a:endCxn id="1097" idx="2"/>
            </p:cNvCxnSpPr>
            <p:nvPr/>
          </p:nvCxnSpPr>
          <p:spPr bwMode="auto">
            <a:xfrm>
              <a:off x="983" y="3261"/>
              <a:ext cx="318" cy="26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88" name="AutoShape 33">
              <a:extLst>
                <a:ext uri="{FF2B5EF4-FFF2-40B4-BE49-F238E27FC236}">
                  <a16:creationId xmlns:a16="http://schemas.microsoft.com/office/drawing/2014/main" id="{DABFF2CF-3C04-2747-3AEA-859514790420}"/>
                </a:ext>
              </a:extLst>
            </p:cNvPr>
            <p:cNvCxnSpPr>
              <a:cxnSpLocks noChangeShapeType="1"/>
              <a:stCxn id="1080" idx="5"/>
              <a:endCxn id="1095" idx="1"/>
            </p:cNvCxnSpPr>
            <p:nvPr/>
          </p:nvCxnSpPr>
          <p:spPr bwMode="auto">
            <a:xfrm>
              <a:off x="581" y="3014"/>
              <a:ext cx="330" cy="2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053" name="Freeform 34">
            <a:extLst>
              <a:ext uri="{FF2B5EF4-FFF2-40B4-BE49-F238E27FC236}">
                <a16:creationId xmlns:a16="http://schemas.microsoft.com/office/drawing/2014/main" id="{0B3D60A9-B71B-22D8-4C42-2EADF0B23406}"/>
              </a:ext>
            </a:extLst>
          </p:cNvPr>
          <p:cNvSpPr>
            <a:spLocks/>
          </p:cNvSpPr>
          <p:nvPr/>
        </p:nvSpPr>
        <p:spPr bwMode="auto">
          <a:xfrm>
            <a:off x="3400425" y="2422525"/>
            <a:ext cx="3844925" cy="2341563"/>
          </a:xfrm>
          <a:custGeom>
            <a:avLst/>
            <a:gdLst>
              <a:gd name="T0" fmla="*/ 0 w 2697"/>
              <a:gd name="T1" fmla="*/ 0 h 1770"/>
              <a:gd name="T2" fmla="*/ 0 w 2697"/>
              <a:gd name="T3" fmla="*/ 2147483646 h 1770"/>
              <a:gd name="T4" fmla="*/ 2147483646 w 2697"/>
              <a:gd name="T5" fmla="*/ 2147483646 h 1770"/>
              <a:gd name="T6" fmla="*/ 0 60000 65536"/>
              <a:gd name="T7" fmla="*/ 0 60000 65536"/>
              <a:gd name="T8" fmla="*/ 0 60000 65536"/>
              <a:gd name="T9" fmla="*/ 0 w 2697"/>
              <a:gd name="T10" fmla="*/ 0 h 1770"/>
              <a:gd name="T11" fmla="*/ 2697 w 2697"/>
              <a:gd name="T12" fmla="*/ 1770 h 177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97" h="1770">
                <a:moveTo>
                  <a:pt x="0" y="0"/>
                </a:moveTo>
                <a:lnTo>
                  <a:pt x="0" y="1770"/>
                </a:lnTo>
                <a:lnTo>
                  <a:pt x="2697" y="177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1054" name="Line 35">
            <a:extLst>
              <a:ext uri="{FF2B5EF4-FFF2-40B4-BE49-F238E27FC236}">
                <a16:creationId xmlns:a16="http://schemas.microsoft.com/office/drawing/2014/main" id="{BDC75207-CC7C-D753-EC0D-A88474BC79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73325" y="4764088"/>
            <a:ext cx="915988" cy="13573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1055" name="Text Box 36">
            <a:extLst>
              <a:ext uri="{FF2B5EF4-FFF2-40B4-BE49-F238E27FC236}">
                <a16:creationId xmlns:a16="http://schemas.microsoft.com/office/drawing/2014/main" id="{37E37218-4053-D03A-2025-2AB0821E27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9325" y="2306638"/>
            <a:ext cx="11906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chemeClr val="accent2"/>
                </a:solidFill>
                <a:latin typeface="Arial" panose="020B0604020202020204" pitchFamily="34" charset="0"/>
              </a:rPr>
              <a:t>Reference</a:t>
            </a:r>
          </a:p>
        </p:txBody>
      </p:sp>
      <p:sp>
        <p:nvSpPr>
          <p:cNvPr id="1056" name="Text Box 37">
            <a:extLst>
              <a:ext uri="{FF2B5EF4-FFF2-40B4-BE49-F238E27FC236}">
                <a16:creationId xmlns:a16="http://schemas.microsoft.com/office/drawing/2014/main" id="{7A909509-C060-9413-41EC-62BB05FF9A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7063" y="4741863"/>
            <a:ext cx="18018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chemeClr val="accent2"/>
                </a:solidFill>
                <a:latin typeface="Arial" panose="020B0604020202020204" pitchFamily="34" charset="0"/>
              </a:rPr>
              <a:t>Story/Procedure</a:t>
            </a:r>
          </a:p>
        </p:txBody>
      </p:sp>
      <p:sp>
        <p:nvSpPr>
          <p:cNvPr id="1057" name="Text Box 38">
            <a:extLst>
              <a:ext uri="{FF2B5EF4-FFF2-40B4-BE49-F238E27FC236}">
                <a16:creationId xmlns:a16="http://schemas.microsoft.com/office/drawing/2014/main" id="{9CEA36E1-FCF6-AACB-F5CD-C88CB6E16D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1563" y="6105525"/>
            <a:ext cx="19256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chemeClr val="accent2"/>
                </a:solidFill>
                <a:latin typeface="Arial" panose="020B0604020202020204" pitchFamily="34" charset="0"/>
              </a:rPr>
              <a:t>Search/</a:t>
            </a:r>
            <a:br>
              <a:rPr lang="en-US" altLang="en-US" sz="1600" b="1">
                <a:solidFill>
                  <a:schemeClr val="accent2"/>
                </a:solidFill>
                <a:latin typeface="Arial" panose="020B0604020202020204" pitchFamily="34" charset="0"/>
              </a:rPr>
            </a:br>
            <a:r>
              <a:rPr lang="en-US" altLang="en-US" sz="1600" b="1">
                <a:solidFill>
                  <a:schemeClr val="accent2"/>
                </a:solidFill>
                <a:latin typeface="Arial" panose="020B0604020202020204" pitchFamily="34" charset="0"/>
              </a:rPr>
              <a:t>Troubleshooting</a:t>
            </a:r>
          </a:p>
        </p:txBody>
      </p:sp>
      <p:sp>
        <p:nvSpPr>
          <p:cNvPr id="1058" name="Text Box 39">
            <a:extLst>
              <a:ext uri="{FF2B5EF4-FFF2-40B4-BE49-F238E27FC236}">
                <a16:creationId xmlns:a16="http://schemas.microsoft.com/office/drawing/2014/main" id="{D4C5C3EF-4DB2-7037-9019-32997691CE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8663" y="5543550"/>
            <a:ext cx="10334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 i="1">
                <a:latin typeface="Comic Sans MS" panose="030F0702030302020204" pitchFamily="66" charset="0"/>
              </a:rPr>
              <a:t>“see also”</a:t>
            </a:r>
          </a:p>
        </p:txBody>
      </p:sp>
      <p:sp>
        <p:nvSpPr>
          <p:cNvPr id="1059" name="Freeform 40">
            <a:extLst>
              <a:ext uri="{FF2B5EF4-FFF2-40B4-BE49-F238E27FC236}">
                <a16:creationId xmlns:a16="http://schemas.microsoft.com/office/drawing/2014/main" id="{861B5A44-830A-B3F4-40C9-EFAD7A5805B8}"/>
              </a:ext>
            </a:extLst>
          </p:cNvPr>
          <p:cNvSpPr>
            <a:spLocks/>
          </p:cNvSpPr>
          <p:nvPr/>
        </p:nvSpPr>
        <p:spPr bwMode="auto">
          <a:xfrm>
            <a:off x="6280150" y="2389188"/>
            <a:ext cx="1346200" cy="3302000"/>
          </a:xfrm>
          <a:custGeom>
            <a:avLst/>
            <a:gdLst>
              <a:gd name="T0" fmla="*/ 2147483646 w 944"/>
              <a:gd name="T1" fmla="*/ 2147483646 h 2296"/>
              <a:gd name="T2" fmla="*/ 2147483646 w 944"/>
              <a:gd name="T3" fmla="*/ 2147483646 h 2296"/>
              <a:gd name="T4" fmla="*/ 2147483646 w 944"/>
              <a:gd name="T5" fmla="*/ 0 h 2296"/>
              <a:gd name="T6" fmla="*/ 0 w 944"/>
              <a:gd name="T7" fmla="*/ 0 h 2296"/>
              <a:gd name="T8" fmla="*/ 0 60000 65536"/>
              <a:gd name="T9" fmla="*/ 0 60000 65536"/>
              <a:gd name="T10" fmla="*/ 0 60000 65536"/>
              <a:gd name="T11" fmla="*/ 0 60000 65536"/>
              <a:gd name="T12" fmla="*/ 0 w 944"/>
              <a:gd name="T13" fmla="*/ 0 h 2296"/>
              <a:gd name="T14" fmla="*/ 944 w 944"/>
              <a:gd name="T15" fmla="*/ 2296 h 229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44" h="2296">
                <a:moveTo>
                  <a:pt x="301" y="2296"/>
                </a:moveTo>
                <a:lnTo>
                  <a:pt x="944" y="2296"/>
                </a:lnTo>
                <a:lnTo>
                  <a:pt x="944" y="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1060" name="Line 41">
            <a:extLst>
              <a:ext uri="{FF2B5EF4-FFF2-40B4-BE49-F238E27FC236}">
                <a16:creationId xmlns:a16="http://schemas.microsoft.com/office/drawing/2014/main" id="{52A113D1-F7DE-77F2-6F76-F1DB5554E34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95525" y="3041650"/>
            <a:ext cx="1676400" cy="1676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1061" name="Line 42">
            <a:extLst>
              <a:ext uri="{FF2B5EF4-FFF2-40B4-BE49-F238E27FC236}">
                <a16:creationId xmlns:a16="http://schemas.microsoft.com/office/drawing/2014/main" id="{43F0CD06-CF51-5802-0E9C-85670355403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08225" y="5305425"/>
            <a:ext cx="2592388" cy="5397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1062" name="Text Box 43">
            <a:extLst>
              <a:ext uri="{FF2B5EF4-FFF2-40B4-BE49-F238E27FC236}">
                <a16:creationId xmlns:a16="http://schemas.microsoft.com/office/drawing/2014/main" id="{11ED2C59-446C-A891-93CB-B0DAE042DD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050" y="5372100"/>
            <a:ext cx="6000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 i="1">
                <a:latin typeface="Comic Sans MS" panose="030F0702030302020204" pitchFamily="66" charset="0"/>
              </a:rPr>
              <a:t>issue</a:t>
            </a:r>
          </a:p>
        </p:txBody>
      </p:sp>
      <p:sp>
        <p:nvSpPr>
          <p:cNvPr id="1063" name="Text Box 44">
            <a:extLst>
              <a:ext uri="{FF2B5EF4-FFF2-40B4-BE49-F238E27FC236}">
                <a16:creationId xmlns:a16="http://schemas.microsoft.com/office/drawing/2014/main" id="{44631F82-DAA0-E6BB-5076-B01DE1BF1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5838" y="5011738"/>
            <a:ext cx="8270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 i="1">
                <a:latin typeface="Comic Sans MS" panose="030F0702030302020204" pitchFamily="66" charset="0"/>
              </a:rPr>
              <a:t>solution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B9A21C8-7B10-A6A2-A4C5-B88B348B3549}"/>
              </a:ext>
            </a:extLst>
          </p:cNvPr>
          <p:cNvGraphicFramePr/>
          <p:nvPr/>
        </p:nvGraphicFramePr>
        <p:xfrm>
          <a:off x="3578225" y="1441450"/>
          <a:ext cx="2608263" cy="152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1818" name="Rectangle 74">
            <a:extLst>
              <a:ext uri="{FF2B5EF4-FFF2-40B4-BE49-F238E27FC236}">
                <a16:creationId xmlns:a16="http://schemas.microsoft.com/office/drawing/2014/main" id="{1EF222D5-09B3-D79A-0861-7042743D4A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sz="3600" dirty="0"/>
              <a:t>XML-based Object Models</a:t>
            </a:r>
            <a:br>
              <a:rPr lang="en-US" sz="3600" dirty="0"/>
            </a:br>
            <a:r>
              <a:rPr lang="en-US" sz="3600" dirty="0"/>
              <a:t>of Technical Documentation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5AF1DF9-F09A-5751-49D8-E4154F177380}"/>
              </a:ext>
            </a:extLst>
          </p:cNvPr>
          <p:cNvSpPr/>
          <p:nvPr/>
        </p:nvSpPr>
        <p:spPr>
          <a:xfrm>
            <a:off x="4876800" y="28194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/>
              <a:t>V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B6D7812-11A8-A8C7-F37F-8980DF2A4B6E}"/>
              </a:ext>
            </a:extLst>
          </p:cNvPr>
          <p:cNvSpPr/>
          <p:nvPr/>
        </p:nvSpPr>
        <p:spPr>
          <a:xfrm>
            <a:off x="5486400" y="51816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/>
              <a:t>V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8006DDFD-E69A-3804-8EBE-5B8CB0F3B941}"/>
              </a:ext>
            </a:extLst>
          </p:cNvPr>
          <p:cNvSpPr/>
          <p:nvPr/>
        </p:nvSpPr>
        <p:spPr>
          <a:xfrm>
            <a:off x="6477000" y="51816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/>
              <a:t>V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09BE3E9-B6EE-B59E-0D28-516C7E504BFA}"/>
              </a:ext>
            </a:extLst>
          </p:cNvPr>
          <p:cNvSpPr/>
          <p:nvPr/>
        </p:nvSpPr>
        <p:spPr>
          <a:xfrm>
            <a:off x="5715000" y="21336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/>
              <a:t>V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29F3C72-59F8-CA21-4BC1-8FC11225BFB6}"/>
              </a:ext>
            </a:extLst>
          </p:cNvPr>
          <p:cNvSpPr/>
          <p:nvPr/>
        </p:nvSpPr>
        <p:spPr>
          <a:xfrm>
            <a:off x="5943600" y="51816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/>
              <a:t>V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7C5A157-70F0-5FC5-1CEB-F6535AD44261}"/>
              </a:ext>
            </a:extLst>
          </p:cNvPr>
          <p:cNvSpPr/>
          <p:nvPr/>
        </p:nvSpPr>
        <p:spPr>
          <a:xfrm>
            <a:off x="4114800" y="24384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/>
              <a:t>V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3C53A006-A746-6AF5-F838-472C4E5DDCC9}"/>
              </a:ext>
            </a:extLst>
          </p:cNvPr>
          <p:cNvSpPr/>
          <p:nvPr/>
        </p:nvSpPr>
        <p:spPr>
          <a:xfrm>
            <a:off x="2133600" y="57912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/>
              <a:t>V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0C1DDD75-91C8-D6D0-75A3-FC061F5E92F5}"/>
              </a:ext>
            </a:extLst>
          </p:cNvPr>
          <p:cNvSpPr/>
          <p:nvPr/>
        </p:nvSpPr>
        <p:spPr>
          <a:xfrm>
            <a:off x="2133600" y="60960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/>
              <a:t>V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E9534D8B-5750-4DD5-2A96-593B3C3C7D82}"/>
              </a:ext>
            </a:extLst>
          </p:cNvPr>
          <p:cNvSpPr/>
          <p:nvPr/>
        </p:nvSpPr>
        <p:spPr>
          <a:xfrm>
            <a:off x="2133600" y="54102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/>
              <a:t>V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D79A0716-CF9E-C41D-23FF-BF262DDD48DC}"/>
              </a:ext>
            </a:extLst>
          </p:cNvPr>
          <p:cNvSpPr/>
          <p:nvPr/>
        </p:nvSpPr>
        <p:spPr>
          <a:xfrm>
            <a:off x="2133600" y="47244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/>
              <a:t>V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0429A29C-48A2-16E0-1736-4086775CB80C}"/>
              </a:ext>
            </a:extLst>
          </p:cNvPr>
          <p:cNvSpPr/>
          <p:nvPr/>
        </p:nvSpPr>
        <p:spPr>
          <a:xfrm>
            <a:off x="5410200" y="17526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/>
              <a:t>V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F0A3A90-C0DC-6AE2-3C35-9C146ED71B13}"/>
              </a:ext>
            </a:extLst>
          </p:cNvPr>
          <p:cNvSpPr/>
          <p:nvPr/>
        </p:nvSpPr>
        <p:spPr>
          <a:xfrm>
            <a:off x="5029200" y="21336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/>
              <a:t>V</a:t>
            </a:r>
          </a:p>
        </p:txBody>
      </p:sp>
      <p:sp>
        <p:nvSpPr>
          <p:cNvPr id="1077" name="Date Placeholder 1">
            <a:extLst>
              <a:ext uri="{FF2B5EF4-FFF2-40B4-BE49-F238E27FC236}">
                <a16:creationId xmlns:a16="http://schemas.microsoft.com/office/drawing/2014/main" id="{5012FDDA-6F78-AB23-4D74-28B2AACC0F6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C9489E7-90B3-48F0-9CDC-166EB7AFFEF9}" type="datetime1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4/20/2026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078" name="Footer Placeholder 2">
            <a:extLst>
              <a:ext uri="{FF2B5EF4-FFF2-40B4-BE49-F238E27FC236}">
                <a16:creationId xmlns:a16="http://schemas.microsoft.com/office/drawing/2014/main" id="{DA2579E1-15F3-D022-6F6A-A99023F9E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©2000-2014 Vic Uzumeri</a:t>
            </a:r>
          </a:p>
        </p:txBody>
      </p:sp>
      <p:sp>
        <p:nvSpPr>
          <p:cNvPr id="1079" name="Slide Number Placeholder 3">
            <a:extLst>
              <a:ext uri="{FF2B5EF4-FFF2-40B4-BE49-F238E27FC236}">
                <a16:creationId xmlns:a16="http://schemas.microsoft.com/office/drawing/2014/main" id="{772BC7C9-18A3-18FD-BE2F-94CF4D687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C1B06E-8916-4875-A1F1-0DCFF3EE119A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>
            <a:extLst>
              <a:ext uri="{FF2B5EF4-FFF2-40B4-BE49-F238E27FC236}">
                <a16:creationId xmlns:a16="http://schemas.microsoft.com/office/drawing/2014/main" id="{138A9CAE-B872-31FD-78C5-0FA17396CBE2}"/>
              </a:ext>
            </a:extLst>
          </p:cNvPr>
          <p:cNvGrpSpPr>
            <a:grpSpLocks/>
          </p:cNvGrpSpPr>
          <p:nvPr/>
        </p:nvGrpSpPr>
        <p:grpSpPr bwMode="auto">
          <a:xfrm>
            <a:off x="3376613" y="2501900"/>
            <a:ext cx="2424112" cy="469900"/>
            <a:chOff x="2565" y="3553"/>
            <a:chExt cx="1527" cy="296"/>
          </a:xfrm>
        </p:grpSpPr>
        <p:sp>
          <p:nvSpPr>
            <p:cNvPr id="2124" name="AutoShape 4">
              <a:extLst>
                <a:ext uri="{FF2B5EF4-FFF2-40B4-BE49-F238E27FC236}">
                  <a16:creationId xmlns:a16="http://schemas.microsoft.com/office/drawing/2014/main" id="{00B9171F-8ABC-D8D8-4A57-1BB87DA5ED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5" y="3636"/>
              <a:ext cx="167" cy="13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2125" name="AutoShape 5">
              <a:extLst>
                <a:ext uri="{FF2B5EF4-FFF2-40B4-BE49-F238E27FC236}">
                  <a16:creationId xmlns:a16="http://schemas.microsoft.com/office/drawing/2014/main" id="{166CC6A6-A6A8-B810-1934-3112851D0E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1" y="3599"/>
              <a:ext cx="232" cy="204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2126" name="AutoShape 6">
              <a:extLst>
                <a:ext uri="{FF2B5EF4-FFF2-40B4-BE49-F238E27FC236}">
                  <a16:creationId xmlns:a16="http://schemas.microsoft.com/office/drawing/2014/main" id="{9C85248B-922E-6017-9302-CDAE7F0E5A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3" y="3618"/>
              <a:ext cx="186" cy="166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2127" name="AutoShape 7">
              <a:extLst>
                <a:ext uri="{FF2B5EF4-FFF2-40B4-BE49-F238E27FC236}">
                  <a16:creationId xmlns:a16="http://schemas.microsoft.com/office/drawing/2014/main" id="{56F8A88C-CCFF-76FB-5D4C-17352F3223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9" y="3553"/>
              <a:ext cx="326" cy="296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2128" name="AutoShape 8">
              <a:extLst>
                <a:ext uri="{FF2B5EF4-FFF2-40B4-BE49-F238E27FC236}">
                  <a16:creationId xmlns:a16="http://schemas.microsoft.com/office/drawing/2014/main" id="{4DB42063-6B3C-7ED0-3088-EBAE3548FE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5" y="3632"/>
              <a:ext cx="177" cy="13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</a:rPr>
                <a:t>5</a:t>
              </a:r>
            </a:p>
          </p:txBody>
        </p:sp>
        <p:cxnSp>
          <p:nvCxnSpPr>
            <p:cNvPr id="2129" name="AutoShape 9">
              <a:extLst>
                <a:ext uri="{FF2B5EF4-FFF2-40B4-BE49-F238E27FC236}">
                  <a16:creationId xmlns:a16="http://schemas.microsoft.com/office/drawing/2014/main" id="{BE8982F8-1F9E-5351-DE31-5C71F7BA3079}"/>
                </a:ext>
              </a:extLst>
            </p:cNvPr>
            <p:cNvCxnSpPr>
              <a:cxnSpLocks noChangeShapeType="1"/>
              <a:stCxn id="2124" idx="3"/>
              <a:endCxn id="2125" idx="1"/>
            </p:cNvCxnSpPr>
            <p:nvPr/>
          </p:nvCxnSpPr>
          <p:spPr bwMode="auto">
            <a:xfrm>
              <a:off x="2732" y="3701"/>
              <a:ext cx="10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30" name="AutoShape 10">
              <a:extLst>
                <a:ext uri="{FF2B5EF4-FFF2-40B4-BE49-F238E27FC236}">
                  <a16:creationId xmlns:a16="http://schemas.microsoft.com/office/drawing/2014/main" id="{DCCE47AF-9649-4676-AE7B-724DFA0F0AAF}"/>
                </a:ext>
              </a:extLst>
            </p:cNvPr>
            <p:cNvCxnSpPr>
              <a:cxnSpLocks noChangeShapeType="1"/>
              <a:stCxn id="2125" idx="3"/>
              <a:endCxn id="2126" idx="1"/>
            </p:cNvCxnSpPr>
            <p:nvPr/>
          </p:nvCxnSpPr>
          <p:spPr bwMode="auto">
            <a:xfrm>
              <a:off x="3073" y="3701"/>
              <a:ext cx="11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31" name="AutoShape 11">
              <a:extLst>
                <a:ext uri="{FF2B5EF4-FFF2-40B4-BE49-F238E27FC236}">
                  <a16:creationId xmlns:a16="http://schemas.microsoft.com/office/drawing/2014/main" id="{0D34F7E3-DB5B-D91A-9353-53F787B6D16C}"/>
                </a:ext>
              </a:extLst>
            </p:cNvPr>
            <p:cNvCxnSpPr>
              <a:cxnSpLocks noChangeShapeType="1"/>
              <a:stCxn id="2126" idx="3"/>
              <a:endCxn id="2127" idx="1"/>
            </p:cNvCxnSpPr>
            <p:nvPr/>
          </p:nvCxnSpPr>
          <p:spPr bwMode="auto">
            <a:xfrm>
              <a:off x="3369" y="3701"/>
              <a:ext cx="11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32" name="AutoShape 12">
              <a:extLst>
                <a:ext uri="{FF2B5EF4-FFF2-40B4-BE49-F238E27FC236}">
                  <a16:creationId xmlns:a16="http://schemas.microsoft.com/office/drawing/2014/main" id="{90A46811-7B3B-E761-4D93-0864E3E509CB}"/>
                </a:ext>
              </a:extLst>
            </p:cNvPr>
            <p:cNvCxnSpPr>
              <a:cxnSpLocks noChangeShapeType="1"/>
              <a:stCxn id="2127" idx="3"/>
              <a:endCxn id="2128" idx="1"/>
            </p:cNvCxnSpPr>
            <p:nvPr/>
          </p:nvCxnSpPr>
          <p:spPr bwMode="auto">
            <a:xfrm>
              <a:off x="3805" y="3701"/>
              <a:ext cx="11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0735" name="Oval 15">
            <a:extLst>
              <a:ext uri="{FF2B5EF4-FFF2-40B4-BE49-F238E27FC236}">
                <a16:creationId xmlns:a16="http://schemas.microsoft.com/office/drawing/2014/main" id="{B4204E01-9182-6478-DF61-F7D55C190A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7025" y="3884613"/>
            <a:ext cx="133350" cy="1333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30736" name="Oval 16">
            <a:extLst>
              <a:ext uri="{FF2B5EF4-FFF2-40B4-BE49-F238E27FC236}">
                <a16:creationId xmlns:a16="http://schemas.microsoft.com/office/drawing/2014/main" id="{A8D8144A-4B48-1D02-6D6D-38655CEB90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150" y="4324350"/>
            <a:ext cx="133350" cy="1333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grpSp>
        <p:nvGrpSpPr>
          <p:cNvPr id="3" name="Group 17">
            <a:extLst>
              <a:ext uri="{FF2B5EF4-FFF2-40B4-BE49-F238E27FC236}">
                <a16:creationId xmlns:a16="http://schemas.microsoft.com/office/drawing/2014/main" id="{0D9EA6A9-1F4A-20A3-4BFA-5F165CD59779}"/>
              </a:ext>
            </a:extLst>
          </p:cNvPr>
          <p:cNvGrpSpPr>
            <a:grpSpLocks/>
          </p:cNvGrpSpPr>
          <p:nvPr/>
        </p:nvGrpSpPr>
        <p:grpSpPr bwMode="auto">
          <a:xfrm>
            <a:off x="5394325" y="3906838"/>
            <a:ext cx="133350" cy="969962"/>
            <a:chOff x="1301" y="2956"/>
            <a:chExt cx="84" cy="611"/>
          </a:xfrm>
        </p:grpSpPr>
        <p:sp>
          <p:nvSpPr>
            <p:cNvPr id="2121" name="Oval 18">
              <a:extLst>
                <a:ext uri="{FF2B5EF4-FFF2-40B4-BE49-F238E27FC236}">
                  <a16:creationId xmlns:a16="http://schemas.microsoft.com/office/drawing/2014/main" id="{3C6EFABE-3354-32B1-7C03-D1996F3A0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3483"/>
              <a:ext cx="84" cy="8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122" name="Oval 19">
              <a:extLst>
                <a:ext uri="{FF2B5EF4-FFF2-40B4-BE49-F238E27FC236}">
                  <a16:creationId xmlns:a16="http://schemas.microsoft.com/office/drawing/2014/main" id="{6051C5B4-8437-91A2-37AF-CBDE247CDB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3219"/>
              <a:ext cx="84" cy="8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123" name="Oval 20">
              <a:extLst>
                <a:ext uri="{FF2B5EF4-FFF2-40B4-BE49-F238E27FC236}">
                  <a16:creationId xmlns:a16="http://schemas.microsoft.com/office/drawing/2014/main" id="{F1F606CA-70C0-0AAE-1A46-C1D2AE9010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6"/>
              <a:ext cx="84" cy="8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  <p:sp>
        <p:nvSpPr>
          <p:cNvPr id="30741" name="Oval 21">
            <a:extLst>
              <a:ext uri="{FF2B5EF4-FFF2-40B4-BE49-F238E27FC236}">
                <a16:creationId xmlns:a16="http://schemas.microsoft.com/office/drawing/2014/main" id="{A9E1B963-857A-43A2-F0BC-DD75E8C201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7263" y="3425825"/>
            <a:ext cx="133350" cy="1333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30742" name="Oval 22">
            <a:extLst>
              <a:ext uri="{FF2B5EF4-FFF2-40B4-BE49-F238E27FC236}">
                <a16:creationId xmlns:a16="http://schemas.microsoft.com/office/drawing/2014/main" id="{767713D4-9754-1BF5-B56C-0BF76934F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4325" y="3216275"/>
            <a:ext cx="133350" cy="1333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30743" name="Oval 23">
            <a:extLst>
              <a:ext uri="{FF2B5EF4-FFF2-40B4-BE49-F238E27FC236}">
                <a16:creationId xmlns:a16="http://schemas.microsoft.com/office/drawing/2014/main" id="{FD57A95C-7A6C-BD8F-6DF8-512AE1B20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4325" y="3633788"/>
            <a:ext cx="133350" cy="1333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cxnSp>
        <p:nvCxnSpPr>
          <p:cNvPr id="30744" name="AutoShape 24">
            <a:extLst>
              <a:ext uri="{FF2B5EF4-FFF2-40B4-BE49-F238E27FC236}">
                <a16:creationId xmlns:a16="http://schemas.microsoft.com/office/drawing/2014/main" id="{03925B09-6CF4-A434-B15C-0F9C4842C308}"/>
              </a:ext>
            </a:extLst>
          </p:cNvPr>
          <p:cNvCxnSpPr>
            <a:cxnSpLocks noChangeShapeType="1"/>
            <a:stCxn id="30735" idx="7"/>
            <a:endCxn id="30741" idx="3"/>
          </p:cNvCxnSpPr>
          <p:nvPr/>
        </p:nvCxnSpPr>
        <p:spPr bwMode="auto">
          <a:xfrm flipV="1">
            <a:off x="4251325" y="3540125"/>
            <a:ext cx="534988" cy="3635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45" name="AutoShape 25">
            <a:extLst>
              <a:ext uri="{FF2B5EF4-FFF2-40B4-BE49-F238E27FC236}">
                <a16:creationId xmlns:a16="http://schemas.microsoft.com/office/drawing/2014/main" id="{0FD4CBE0-B643-238D-2919-0314280C3BDA}"/>
              </a:ext>
            </a:extLst>
          </p:cNvPr>
          <p:cNvCxnSpPr>
            <a:cxnSpLocks noChangeShapeType="1"/>
            <a:stCxn id="30741" idx="6"/>
            <a:endCxn id="30742" idx="2"/>
          </p:cNvCxnSpPr>
          <p:nvPr/>
        </p:nvCxnSpPr>
        <p:spPr bwMode="auto">
          <a:xfrm flipV="1">
            <a:off x="4900613" y="3282950"/>
            <a:ext cx="493712" cy="2095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46" name="AutoShape 26">
            <a:extLst>
              <a:ext uri="{FF2B5EF4-FFF2-40B4-BE49-F238E27FC236}">
                <a16:creationId xmlns:a16="http://schemas.microsoft.com/office/drawing/2014/main" id="{3E0C7DD9-1D53-1F32-423F-5BAC1F7AC836}"/>
              </a:ext>
            </a:extLst>
          </p:cNvPr>
          <p:cNvCxnSpPr>
            <a:cxnSpLocks noChangeShapeType="1"/>
            <a:stCxn id="30741" idx="6"/>
            <a:endCxn id="30743" idx="2"/>
          </p:cNvCxnSpPr>
          <p:nvPr/>
        </p:nvCxnSpPr>
        <p:spPr bwMode="auto">
          <a:xfrm>
            <a:off x="4900613" y="3492500"/>
            <a:ext cx="493712" cy="2079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47" name="AutoShape 27">
            <a:extLst>
              <a:ext uri="{FF2B5EF4-FFF2-40B4-BE49-F238E27FC236}">
                <a16:creationId xmlns:a16="http://schemas.microsoft.com/office/drawing/2014/main" id="{D209D655-ECE7-3780-305D-2F81CF9E155E}"/>
              </a:ext>
            </a:extLst>
          </p:cNvPr>
          <p:cNvCxnSpPr>
            <a:cxnSpLocks noChangeShapeType="1"/>
            <a:stCxn id="30736" idx="6"/>
            <a:endCxn id="2123" idx="3"/>
          </p:cNvCxnSpPr>
          <p:nvPr/>
        </p:nvCxnSpPr>
        <p:spPr bwMode="auto">
          <a:xfrm flipV="1">
            <a:off x="4889500" y="4021138"/>
            <a:ext cx="523875" cy="3698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48" name="AutoShape 28">
            <a:extLst>
              <a:ext uri="{FF2B5EF4-FFF2-40B4-BE49-F238E27FC236}">
                <a16:creationId xmlns:a16="http://schemas.microsoft.com/office/drawing/2014/main" id="{27533CF5-560C-EE64-F387-67C2004C172A}"/>
              </a:ext>
            </a:extLst>
          </p:cNvPr>
          <p:cNvCxnSpPr>
            <a:cxnSpLocks noChangeShapeType="1"/>
            <a:stCxn id="30736" idx="6"/>
            <a:endCxn id="2122" idx="2"/>
          </p:cNvCxnSpPr>
          <p:nvPr/>
        </p:nvCxnSpPr>
        <p:spPr bwMode="auto">
          <a:xfrm>
            <a:off x="4889500" y="4391025"/>
            <a:ext cx="5048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49" name="AutoShape 29">
            <a:extLst>
              <a:ext uri="{FF2B5EF4-FFF2-40B4-BE49-F238E27FC236}">
                <a16:creationId xmlns:a16="http://schemas.microsoft.com/office/drawing/2014/main" id="{4062C5DD-D0CC-A9D6-0674-BC5EEEE43DBC}"/>
              </a:ext>
            </a:extLst>
          </p:cNvPr>
          <p:cNvCxnSpPr>
            <a:cxnSpLocks noChangeShapeType="1"/>
            <a:stCxn id="30736" idx="6"/>
            <a:endCxn id="2121" idx="2"/>
          </p:cNvCxnSpPr>
          <p:nvPr/>
        </p:nvCxnSpPr>
        <p:spPr bwMode="auto">
          <a:xfrm>
            <a:off x="4889500" y="4391025"/>
            <a:ext cx="504825" cy="419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50" name="AutoShape 30">
            <a:extLst>
              <a:ext uri="{FF2B5EF4-FFF2-40B4-BE49-F238E27FC236}">
                <a16:creationId xmlns:a16="http://schemas.microsoft.com/office/drawing/2014/main" id="{B635C1BE-BFE6-115E-C349-272FF2CD6769}"/>
              </a:ext>
            </a:extLst>
          </p:cNvPr>
          <p:cNvCxnSpPr>
            <a:cxnSpLocks noChangeShapeType="1"/>
            <a:stCxn id="30735" idx="5"/>
            <a:endCxn id="30736" idx="1"/>
          </p:cNvCxnSpPr>
          <p:nvPr/>
        </p:nvCxnSpPr>
        <p:spPr bwMode="auto">
          <a:xfrm>
            <a:off x="4251325" y="3998913"/>
            <a:ext cx="523875" cy="3444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751" name="Text Box 31">
            <a:extLst>
              <a:ext uri="{FF2B5EF4-FFF2-40B4-BE49-F238E27FC236}">
                <a16:creationId xmlns:a16="http://schemas.microsoft.com/office/drawing/2014/main" id="{9C1D4887-4741-F0FE-C248-BBBD2DBA04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2350" y="3786188"/>
            <a:ext cx="6000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 i="1">
                <a:latin typeface="Comic Sans MS" panose="030F0702030302020204" pitchFamily="66" charset="0"/>
              </a:rPr>
              <a:t>issue</a:t>
            </a:r>
          </a:p>
        </p:txBody>
      </p:sp>
      <p:sp>
        <p:nvSpPr>
          <p:cNvPr id="30752" name="Text Box 32">
            <a:extLst>
              <a:ext uri="{FF2B5EF4-FFF2-40B4-BE49-F238E27FC236}">
                <a16:creationId xmlns:a16="http://schemas.microsoft.com/office/drawing/2014/main" id="{34F60DC1-6ADB-6E54-67E5-BF92735421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7988" y="3544888"/>
            <a:ext cx="8270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 i="1">
                <a:latin typeface="Comic Sans MS" panose="030F0702030302020204" pitchFamily="66" charset="0"/>
              </a:rPr>
              <a:t>solution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54B93D10-B42B-6333-62E9-17A06EA1DDCA}"/>
              </a:ext>
            </a:extLst>
          </p:cNvPr>
          <p:cNvGraphicFramePr/>
          <p:nvPr/>
        </p:nvGraphicFramePr>
        <p:xfrm>
          <a:off x="3184525" y="4856163"/>
          <a:ext cx="2905125" cy="1544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0781" name="Text Box 61">
            <a:extLst>
              <a:ext uri="{FF2B5EF4-FFF2-40B4-BE49-F238E27FC236}">
                <a16:creationId xmlns:a16="http://schemas.microsoft.com/office/drawing/2014/main" id="{7D3E24F3-664C-50F6-83B8-4C7FE36AC3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888" y="2506663"/>
            <a:ext cx="19034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rgbClr val="CC0000"/>
                </a:solidFill>
                <a:latin typeface="Arial" panose="020B0604020202020204" pitchFamily="34" charset="0"/>
              </a:rPr>
              <a:t>What can it do?</a:t>
            </a:r>
          </a:p>
        </p:txBody>
      </p:sp>
      <p:sp>
        <p:nvSpPr>
          <p:cNvPr id="30782" name="Text Box 62">
            <a:extLst>
              <a:ext uri="{FF2B5EF4-FFF2-40B4-BE49-F238E27FC236}">
                <a16:creationId xmlns:a16="http://schemas.microsoft.com/office/drawing/2014/main" id="{FE9F5C45-A083-A94E-4795-7DE4CE3873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888" y="3778250"/>
            <a:ext cx="2317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rgbClr val="CC0000"/>
                </a:solidFill>
                <a:latin typeface="Arial" panose="020B0604020202020204" pitchFamily="34" charset="0"/>
              </a:rPr>
              <a:t>But it doesn’t work!</a:t>
            </a:r>
          </a:p>
        </p:txBody>
      </p:sp>
      <p:sp>
        <p:nvSpPr>
          <p:cNvPr id="30783" name="Text Box 63">
            <a:extLst>
              <a:ext uri="{FF2B5EF4-FFF2-40B4-BE49-F238E27FC236}">
                <a16:creationId xmlns:a16="http://schemas.microsoft.com/office/drawing/2014/main" id="{BA30164A-0570-4204-8231-695AE9F3E6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888" y="5295900"/>
            <a:ext cx="1543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rgbClr val="CC0000"/>
                </a:solidFill>
                <a:latin typeface="Arial" panose="020B0604020202020204" pitchFamily="34" charset="0"/>
              </a:rPr>
              <a:t>I wonder if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rgbClr val="CC0000"/>
                </a:solidFill>
                <a:latin typeface="Arial" panose="020B0604020202020204" pitchFamily="34" charset="0"/>
              </a:rPr>
              <a:t>I can _____?</a:t>
            </a:r>
          </a:p>
        </p:txBody>
      </p:sp>
      <p:sp>
        <p:nvSpPr>
          <p:cNvPr id="2090" name="Rectangle 64">
            <a:extLst>
              <a:ext uri="{FF2B5EF4-FFF2-40B4-BE49-F238E27FC236}">
                <a16:creationId xmlns:a16="http://schemas.microsoft.com/office/drawing/2014/main" id="{AD5BC328-46BE-9B01-7FAC-5A550DB54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Documentation Life Cycle</a:t>
            </a:r>
          </a:p>
        </p:txBody>
      </p:sp>
      <p:sp>
        <p:nvSpPr>
          <p:cNvPr id="30785" name="Text Box 65">
            <a:extLst>
              <a:ext uri="{FF2B5EF4-FFF2-40B4-BE49-F238E27FC236}">
                <a16:creationId xmlns:a16="http://schemas.microsoft.com/office/drawing/2014/main" id="{0BCF75D1-FC46-454D-C8E7-1B98B6A619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4313" y="2568575"/>
            <a:ext cx="933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Novice</a:t>
            </a:r>
          </a:p>
        </p:txBody>
      </p:sp>
      <p:sp>
        <p:nvSpPr>
          <p:cNvPr id="30786" name="Text Box 66">
            <a:extLst>
              <a:ext uri="{FF2B5EF4-FFF2-40B4-BE49-F238E27FC236}">
                <a16:creationId xmlns:a16="http://schemas.microsoft.com/office/drawing/2014/main" id="{1AF63E05-FF5B-12FC-0F2E-EC459F51DD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4313" y="3840163"/>
            <a:ext cx="1543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Journeyman</a:t>
            </a:r>
          </a:p>
        </p:txBody>
      </p:sp>
      <p:sp>
        <p:nvSpPr>
          <p:cNvPr id="30787" name="Text Box 67">
            <a:extLst>
              <a:ext uri="{FF2B5EF4-FFF2-40B4-BE49-F238E27FC236}">
                <a16:creationId xmlns:a16="http://schemas.microsoft.com/office/drawing/2014/main" id="{CA402A57-C524-4971-9D2E-6B7BC53BFE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4313" y="5357813"/>
            <a:ext cx="895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Expert</a:t>
            </a:r>
          </a:p>
        </p:txBody>
      </p:sp>
      <p:grpSp>
        <p:nvGrpSpPr>
          <p:cNvPr id="4" name="Group 68">
            <a:extLst>
              <a:ext uri="{FF2B5EF4-FFF2-40B4-BE49-F238E27FC236}">
                <a16:creationId xmlns:a16="http://schemas.microsoft.com/office/drawing/2014/main" id="{00F68D52-50D2-4CF5-B81D-434863DAF3FE}"/>
              </a:ext>
            </a:extLst>
          </p:cNvPr>
          <p:cNvGrpSpPr>
            <a:grpSpLocks/>
          </p:cNvGrpSpPr>
          <p:nvPr/>
        </p:nvGrpSpPr>
        <p:grpSpPr bwMode="auto">
          <a:xfrm>
            <a:off x="3371850" y="1752600"/>
            <a:ext cx="2424113" cy="469900"/>
            <a:chOff x="2565" y="3553"/>
            <a:chExt cx="1527" cy="296"/>
          </a:xfrm>
        </p:grpSpPr>
        <p:sp>
          <p:nvSpPr>
            <p:cNvPr id="2112" name="AutoShape 69">
              <a:extLst>
                <a:ext uri="{FF2B5EF4-FFF2-40B4-BE49-F238E27FC236}">
                  <a16:creationId xmlns:a16="http://schemas.microsoft.com/office/drawing/2014/main" id="{BDAFF0AF-5DBA-E2C5-B2C1-EAC18E734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5" y="3636"/>
              <a:ext cx="167" cy="13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2113" name="AutoShape 70">
              <a:extLst>
                <a:ext uri="{FF2B5EF4-FFF2-40B4-BE49-F238E27FC236}">
                  <a16:creationId xmlns:a16="http://schemas.microsoft.com/office/drawing/2014/main" id="{36339AEB-9DBF-3D19-361A-C0F40AB9BD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1" y="3599"/>
              <a:ext cx="232" cy="204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2114" name="AutoShape 71">
              <a:extLst>
                <a:ext uri="{FF2B5EF4-FFF2-40B4-BE49-F238E27FC236}">
                  <a16:creationId xmlns:a16="http://schemas.microsoft.com/office/drawing/2014/main" id="{450431C5-A2E4-F7C9-E76A-913C806047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3" y="3618"/>
              <a:ext cx="186" cy="166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2115" name="AutoShape 72">
              <a:extLst>
                <a:ext uri="{FF2B5EF4-FFF2-40B4-BE49-F238E27FC236}">
                  <a16:creationId xmlns:a16="http://schemas.microsoft.com/office/drawing/2014/main" id="{C2B70929-CCC7-2744-05D3-F3E4CDB6CE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9" y="3553"/>
              <a:ext cx="326" cy="296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2116" name="AutoShape 73">
              <a:extLst>
                <a:ext uri="{FF2B5EF4-FFF2-40B4-BE49-F238E27FC236}">
                  <a16:creationId xmlns:a16="http://schemas.microsoft.com/office/drawing/2014/main" id="{C646F399-737D-96B5-CCF1-EE63396FEB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5" y="3632"/>
              <a:ext cx="177" cy="13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</a:rPr>
                <a:t>5</a:t>
              </a:r>
            </a:p>
          </p:txBody>
        </p:sp>
        <p:cxnSp>
          <p:nvCxnSpPr>
            <p:cNvPr id="2117" name="AutoShape 74">
              <a:extLst>
                <a:ext uri="{FF2B5EF4-FFF2-40B4-BE49-F238E27FC236}">
                  <a16:creationId xmlns:a16="http://schemas.microsoft.com/office/drawing/2014/main" id="{E5609FEA-39A4-EA56-8B8D-456EC914ABDA}"/>
                </a:ext>
              </a:extLst>
            </p:cNvPr>
            <p:cNvCxnSpPr>
              <a:cxnSpLocks noChangeShapeType="1"/>
              <a:stCxn id="2112" idx="3"/>
              <a:endCxn id="2113" idx="1"/>
            </p:cNvCxnSpPr>
            <p:nvPr/>
          </p:nvCxnSpPr>
          <p:spPr bwMode="auto">
            <a:xfrm>
              <a:off x="2732" y="3701"/>
              <a:ext cx="10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18" name="AutoShape 75">
              <a:extLst>
                <a:ext uri="{FF2B5EF4-FFF2-40B4-BE49-F238E27FC236}">
                  <a16:creationId xmlns:a16="http://schemas.microsoft.com/office/drawing/2014/main" id="{2E4850D4-7376-8BF4-AA22-562013F02BFC}"/>
                </a:ext>
              </a:extLst>
            </p:cNvPr>
            <p:cNvCxnSpPr>
              <a:cxnSpLocks noChangeShapeType="1"/>
              <a:stCxn id="2113" idx="3"/>
              <a:endCxn id="2114" idx="1"/>
            </p:cNvCxnSpPr>
            <p:nvPr/>
          </p:nvCxnSpPr>
          <p:spPr bwMode="auto">
            <a:xfrm>
              <a:off x="3073" y="3701"/>
              <a:ext cx="11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19" name="AutoShape 76">
              <a:extLst>
                <a:ext uri="{FF2B5EF4-FFF2-40B4-BE49-F238E27FC236}">
                  <a16:creationId xmlns:a16="http://schemas.microsoft.com/office/drawing/2014/main" id="{ED469C4A-8B93-0F40-9D38-218F15A62A8C}"/>
                </a:ext>
              </a:extLst>
            </p:cNvPr>
            <p:cNvCxnSpPr>
              <a:cxnSpLocks noChangeShapeType="1"/>
              <a:stCxn id="2114" idx="3"/>
              <a:endCxn id="2115" idx="1"/>
            </p:cNvCxnSpPr>
            <p:nvPr/>
          </p:nvCxnSpPr>
          <p:spPr bwMode="auto">
            <a:xfrm>
              <a:off x="3369" y="3701"/>
              <a:ext cx="11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0" name="AutoShape 77">
              <a:extLst>
                <a:ext uri="{FF2B5EF4-FFF2-40B4-BE49-F238E27FC236}">
                  <a16:creationId xmlns:a16="http://schemas.microsoft.com/office/drawing/2014/main" id="{1E916E18-1075-86EE-667F-ADDD21827059}"/>
                </a:ext>
              </a:extLst>
            </p:cNvPr>
            <p:cNvCxnSpPr>
              <a:cxnSpLocks noChangeShapeType="1"/>
              <a:stCxn id="2115" idx="3"/>
              <a:endCxn id="2116" idx="1"/>
            </p:cNvCxnSpPr>
            <p:nvPr/>
          </p:nvCxnSpPr>
          <p:spPr bwMode="auto">
            <a:xfrm>
              <a:off x="3805" y="3701"/>
              <a:ext cx="11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0798" name="Text Box 78">
            <a:extLst>
              <a:ext uri="{FF2B5EF4-FFF2-40B4-BE49-F238E27FC236}">
                <a16:creationId xmlns:a16="http://schemas.microsoft.com/office/drawing/2014/main" id="{52398D25-5058-4EBE-A799-889DF75388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25" y="1757363"/>
            <a:ext cx="2444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rgbClr val="CC0000"/>
                </a:solidFill>
                <a:latin typeface="Arial" panose="020B0604020202020204" pitchFamily="34" charset="0"/>
              </a:rPr>
              <a:t>Why would I want it?</a:t>
            </a:r>
          </a:p>
        </p:txBody>
      </p:sp>
      <p:sp>
        <p:nvSpPr>
          <p:cNvPr id="30799" name="Text Box 79">
            <a:extLst>
              <a:ext uri="{FF2B5EF4-FFF2-40B4-BE49-F238E27FC236}">
                <a16:creationId xmlns:a16="http://schemas.microsoft.com/office/drawing/2014/main" id="{31FB509A-4764-B7CF-E46D-7A00AF2D8C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9550" y="1819275"/>
            <a:ext cx="2279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Potential Customer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63D7DCD2-C3D4-393B-28F7-8862E07FCEF4}"/>
              </a:ext>
            </a:extLst>
          </p:cNvPr>
          <p:cNvSpPr/>
          <p:nvPr/>
        </p:nvSpPr>
        <p:spPr>
          <a:xfrm>
            <a:off x="4419600" y="26289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/>
              <a:t>V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787BD74-9959-A4DF-4E7E-B31D2A4885F0}"/>
              </a:ext>
            </a:extLst>
          </p:cNvPr>
          <p:cNvSpPr/>
          <p:nvPr/>
        </p:nvSpPr>
        <p:spPr>
          <a:xfrm>
            <a:off x="3810000" y="60198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/>
              <a:t>V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66DA65AA-566D-0DEC-5275-77DAFEE7A2BC}"/>
              </a:ext>
            </a:extLst>
          </p:cNvPr>
          <p:cNvSpPr/>
          <p:nvPr/>
        </p:nvSpPr>
        <p:spPr>
          <a:xfrm>
            <a:off x="4343400" y="52578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/>
              <a:t>V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797DF182-C35F-A677-143B-76E1BDD70187}"/>
              </a:ext>
            </a:extLst>
          </p:cNvPr>
          <p:cNvSpPr/>
          <p:nvPr/>
        </p:nvSpPr>
        <p:spPr>
          <a:xfrm>
            <a:off x="4953000" y="19050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/>
              <a:t>V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C2B4CF27-AD0D-BFA2-CA0C-183AC29F1581}"/>
              </a:ext>
            </a:extLst>
          </p:cNvPr>
          <p:cNvSpPr/>
          <p:nvPr/>
        </p:nvSpPr>
        <p:spPr>
          <a:xfrm>
            <a:off x="5638800" y="60198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/>
              <a:t>V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88D1732E-E2A4-6D7E-CFF5-DCDC418171F7}"/>
              </a:ext>
            </a:extLst>
          </p:cNvPr>
          <p:cNvSpPr/>
          <p:nvPr/>
        </p:nvSpPr>
        <p:spPr>
          <a:xfrm>
            <a:off x="3886200" y="26289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/>
              <a:t>V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CE0D222-3F63-BC11-2D74-0E6C09830511}"/>
              </a:ext>
            </a:extLst>
          </p:cNvPr>
          <p:cNvSpPr/>
          <p:nvPr/>
        </p:nvSpPr>
        <p:spPr>
          <a:xfrm>
            <a:off x="5334000" y="42672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/>
              <a:t>V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25C3AF1E-603F-F0BF-FC0F-64640A94F2E9}"/>
              </a:ext>
            </a:extLst>
          </p:cNvPr>
          <p:cNvSpPr/>
          <p:nvPr/>
        </p:nvSpPr>
        <p:spPr>
          <a:xfrm>
            <a:off x="5334000" y="47244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/>
              <a:t>V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491BA65B-7995-9EB7-7B93-9D08A891CFE4}"/>
              </a:ext>
            </a:extLst>
          </p:cNvPr>
          <p:cNvSpPr/>
          <p:nvPr/>
        </p:nvSpPr>
        <p:spPr>
          <a:xfrm>
            <a:off x="5334000" y="35814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/>
              <a:t>V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51C3EA54-5B7D-D6DF-739C-59DFF32991B9}"/>
              </a:ext>
            </a:extLst>
          </p:cNvPr>
          <p:cNvSpPr/>
          <p:nvPr/>
        </p:nvSpPr>
        <p:spPr>
          <a:xfrm>
            <a:off x="5334000" y="32004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/>
              <a:t>V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605391CB-0894-87E9-259C-69DD48C49AE5}"/>
              </a:ext>
            </a:extLst>
          </p:cNvPr>
          <p:cNvSpPr/>
          <p:nvPr/>
        </p:nvSpPr>
        <p:spPr>
          <a:xfrm>
            <a:off x="3886200" y="19050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/>
              <a:t>V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2D3EAB99-046C-5D49-E865-EF0829DB2E00}"/>
              </a:ext>
            </a:extLst>
          </p:cNvPr>
          <p:cNvSpPr/>
          <p:nvPr/>
        </p:nvSpPr>
        <p:spPr>
          <a:xfrm>
            <a:off x="4953000" y="26289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/>
              <a:t>V</a:t>
            </a:r>
          </a:p>
        </p:txBody>
      </p:sp>
      <p:sp>
        <p:nvSpPr>
          <p:cNvPr id="2109" name="Date Placeholder 4">
            <a:extLst>
              <a:ext uri="{FF2B5EF4-FFF2-40B4-BE49-F238E27FC236}">
                <a16:creationId xmlns:a16="http://schemas.microsoft.com/office/drawing/2014/main" id="{BF67C0C0-328F-D53C-455A-7610AD41704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4B11908-D295-40BC-9BA6-26CE4EA394E0}" type="datetime1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4/20/2026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110" name="Footer Placeholder 5">
            <a:extLst>
              <a:ext uri="{FF2B5EF4-FFF2-40B4-BE49-F238E27FC236}">
                <a16:creationId xmlns:a16="http://schemas.microsoft.com/office/drawing/2014/main" id="{96D991FE-E259-3370-8E9B-285C2554C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©2000-2014 Vic Uzumeri</a:t>
            </a:r>
          </a:p>
        </p:txBody>
      </p:sp>
      <p:sp>
        <p:nvSpPr>
          <p:cNvPr id="2111" name="Slide Number Placeholder 6">
            <a:extLst>
              <a:ext uri="{FF2B5EF4-FFF2-40B4-BE49-F238E27FC236}">
                <a16:creationId xmlns:a16="http://schemas.microsoft.com/office/drawing/2014/main" id="{DFAA7943-9B46-5108-9516-6A05C2F0E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8602D07-A405-4850-88E2-E0B02B9ADAF4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35" grpId="0" animBg="1"/>
      <p:bldP spid="30736" grpId="0" animBg="1"/>
      <p:bldP spid="30741" grpId="0" animBg="1"/>
      <p:bldP spid="30742" grpId="0" animBg="1"/>
      <p:bldP spid="30742" grpId="1" animBg="1"/>
      <p:bldP spid="30743" grpId="0" animBg="1"/>
      <p:bldP spid="30751" grpId="0"/>
      <p:bldP spid="30752" grpId="0"/>
      <p:bldGraphic spid="5" grpId="0">
        <p:bldAsOne/>
      </p:bldGraphic>
      <p:bldP spid="30781" grpId="0"/>
      <p:bldP spid="30782" grpId="0"/>
      <p:bldP spid="30783" grpId="0"/>
      <p:bldP spid="30785" grpId="0"/>
      <p:bldP spid="30786" grpId="0"/>
      <p:bldP spid="30787" grpId="0"/>
      <p:bldP spid="30798" grpId="0"/>
      <p:bldP spid="30799" grpId="0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Box 313">
            <a:extLst>
              <a:ext uri="{FF2B5EF4-FFF2-40B4-BE49-F238E27FC236}">
                <a16:creationId xmlns:a16="http://schemas.microsoft.com/office/drawing/2014/main" id="{018FDBA1-51BF-C020-0EFE-C937ABE74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3200" y="314325"/>
            <a:ext cx="6197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/>
              <a:t>A Video-enabled Tech Support Ecosystem</a:t>
            </a:r>
          </a:p>
        </p:txBody>
      </p:sp>
      <p:grpSp>
        <p:nvGrpSpPr>
          <p:cNvPr id="49155" name="Group 62">
            <a:extLst>
              <a:ext uri="{FF2B5EF4-FFF2-40B4-BE49-F238E27FC236}">
                <a16:creationId xmlns:a16="http://schemas.microsoft.com/office/drawing/2014/main" id="{FA6B9B24-CDCC-5F7D-DC15-CB59A1AC1DB1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990600"/>
            <a:ext cx="7620000" cy="5257800"/>
            <a:chOff x="685800" y="990600"/>
            <a:chExt cx="7620000" cy="5257800"/>
          </a:xfrm>
        </p:grpSpPr>
        <p:sp>
          <p:nvSpPr>
            <p:cNvPr id="49159" name="Rectangle 31">
              <a:extLst>
                <a:ext uri="{FF2B5EF4-FFF2-40B4-BE49-F238E27FC236}">
                  <a16:creationId xmlns:a16="http://schemas.microsoft.com/office/drawing/2014/main" id="{95B75514-3470-31C6-E7DA-59B431C89D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6925" y="990600"/>
              <a:ext cx="4968875" cy="5257800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rgbClr val="FFFFFF"/>
                </a:solidFill>
              </a:endParaRPr>
            </a:p>
          </p:txBody>
        </p:sp>
        <p:sp>
          <p:nvSpPr>
            <p:cNvPr id="49160" name="Rectangle 30">
              <a:extLst>
                <a:ext uri="{FF2B5EF4-FFF2-40B4-BE49-F238E27FC236}">
                  <a16:creationId xmlns:a16="http://schemas.microsoft.com/office/drawing/2014/main" id="{D5E70CCC-EA20-6C4A-E061-45E9A6AFF4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" y="3076575"/>
              <a:ext cx="2514600" cy="3160713"/>
            </a:xfrm>
            <a:prstGeom prst="rect">
              <a:avLst/>
            </a:prstGeom>
            <a:solidFill>
              <a:srgbClr val="4F81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rgbClr val="FFFFFF"/>
                </a:solidFill>
              </a:endParaRPr>
            </a:p>
          </p:txBody>
        </p:sp>
        <p:sp>
          <p:nvSpPr>
            <p:cNvPr id="4" name="Can 3">
              <a:extLst>
                <a:ext uri="{FF2B5EF4-FFF2-40B4-BE49-F238E27FC236}">
                  <a16:creationId xmlns:a16="http://schemas.microsoft.com/office/drawing/2014/main" id="{6E7DC343-6060-93B5-CD2B-EA08371F4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3150" y="4533900"/>
              <a:ext cx="973138" cy="1230313"/>
            </a:xfrm>
            <a:prstGeom prst="can">
              <a:avLst>
                <a:gd name="adj" fmla="val 24999"/>
              </a:avLst>
            </a:prstGeom>
            <a:solidFill>
              <a:srgbClr val="953735"/>
            </a:solidFill>
            <a:ln w="19050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lt1"/>
                  </a:solidFill>
                  <a:latin typeface="+mn-lt"/>
                  <a:cs typeface="Arial" charset="0"/>
                </a:rPr>
                <a:t>Structured</a:t>
              </a:r>
            </a:p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lt1"/>
                  </a:solidFill>
                  <a:latin typeface="+mn-lt"/>
                  <a:cs typeface="Arial" charset="0"/>
                </a:rPr>
                <a:t>Video +</a:t>
              </a:r>
            </a:p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lt1"/>
                  </a:solidFill>
                  <a:latin typeface="+mn-lt"/>
                  <a:cs typeface="Arial" charset="0"/>
                </a:rPr>
                <a:t>Metadata</a:t>
              </a: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3D019CBD-57A8-5D50-0900-1FBAB6A65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1763" y="4824413"/>
              <a:ext cx="1036637" cy="649287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lt1"/>
                  </a:solidFill>
                  <a:latin typeface="+mn-lt"/>
                  <a:cs typeface="Arial" charset="0"/>
                </a:rPr>
                <a:t>Video Document Publishing</a:t>
              </a:r>
            </a:p>
          </p:txBody>
        </p:sp>
        <p:sp>
          <p:nvSpPr>
            <p:cNvPr id="6" name="Can 5">
              <a:extLst>
                <a:ext uri="{FF2B5EF4-FFF2-40B4-BE49-F238E27FC236}">
                  <a16:creationId xmlns:a16="http://schemas.microsoft.com/office/drawing/2014/main" id="{F0B885A0-D97F-310E-908E-326BFB08DB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4088" y="3336925"/>
              <a:ext cx="712787" cy="777875"/>
            </a:xfrm>
            <a:prstGeom prst="can">
              <a:avLst>
                <a:gd name="adj" fmla="val 24999"/>
              </a:avLst>
            </a:prstGeom>
            <a:solidFill>
              <a:srgbClr val="8EB4E3"/>
            </a:solidFill>
            <a:ln w="19050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latin typeface="+mn-lt"/>
                  <a:cs typeface="Arial" charset="0"/>
                </a:rPr>
                <a:t>Ad Hoc</a:t>
              </a:r>
            </a:p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latin typeface="+mn-lt"/>
                  <a:cs typeface="Arial" charset="0"/>
                </a:rPr>
                <a:t>Video</a:t>
              </a:r>
            </a:p>
          </p:txBody>
        </p:sp>
        <p:cxnSp>
          <p:nvCxnSpPr>
            <p:cNvPr id="49164" name="Elbow Connector 26">
              <a:extLst>
                <a:ext uri="{FF2B5EF4-FFF2-40B4-BE49-F238E27FC236}">
                  <a16:creationId xmlns:a16="http://schemas.microsoft.com/office/drawing/2014/main" id="{86155688-CEC4-20A4-1792-C81480353154}"/>
                </a:ext>
              </a:extLst>
            </p:cNvPr>
            <p:cNvCxnSpPr>
              <a:cxnSpLocks noChangeShapeType="1"/>
              <a:stCxn id="4" idx="4"/>
              <a:endCxn id="5" idx="1"/>
            </p:cNvCxnSpPr>
            <p:nvPr/>
          </p:nvCxnSpPr>
          <p:spPr bwMode="auto">
            <a:xfrm>
              <a:off x="4595813" y="5149850"/>
              <a:ext cx="606425" cy="0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165" name="Shape 29">
              <a:extLst>
                <a:ext uri="{FF2B5EF4-FFF2-40B4-BE49-F238E27FC236}">
                  <a16:creationId xmlns:a16="http://schemas.microsoft.com/office/drawing/2014/main" id="{E46E5DE3-EC7A-B708-6BAC-D7956EF3B91E}"/>
                </a:ext>
              </a:extLst>
            </p:cNvPr>
            <p:cNvCxnSpPr>
              <a:cxnSpLocks noChangeShapeType="1"/>
              <a:stCxn id="9" idx="3"/>
              <a:endCxn id="111" idx="0"/>
            </p:cNvCxnSpPr>
            <p:nvPr/>
          </p:nvCxnSpPr>
          <p:spPr bwMode="auto">
            <a:xfrm>
              <a:off x="3108325" y="2495550"/>
              <a:ext cx="992188" cy="898525"/>
            </a:xfrm>
            <a:prstGeom prst="bentConnector2">
              <a:avLst/>
            </a:prstGeom>
            <a:noFill/>
            <a:ln w="28575" algn="ctr">
              <a:solidFill>
                <a:schemeClr val="tx1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6155D4B1-47FA-60CD-E210-39C0E8995D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6763" y="4349750"/>
              <a:ext cx="1087437" cy="609600"/>
            </a:xfrm>
            <a:prstGeom prst="rect">
              <a:avLst/>
            </a:prstGeom>
            <a:blipFill dpi="0" rotWithShape="1">
              <a:blip r:embed="rId3"/>
              <a:srcRect/>
              <a:stretch>
                <a:fillRect/>
              </a:stretch>
            </a:blip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b="1" dirty="0">
                  <a:solidFill>
                    <a:srgbClr val="C00000"/>
                  </a:solidFill>
                  <a:latin typeface="+mn-lt"/>
                  <a:cs typeface="Arial" charset="0"/>
                </a:rPr>
                <a:t>Video Sharing</a:t>
              </a:r>
            </a:p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b="1" dirty="0">
                  <a:solidFill>
                    <a:srgbClr val="C00000"/>
                  </a:solidFill>
                  <a:latin typeface="+mn-lt"/>
                  <a:cs typeface="Arial" charset="0"/>
                </a:rPr>
                <a:t>(YouTube clone)</a:t>
              </a:r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7E06DD96-492B-07F8-7361-00C01E4195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0" y="4845050"/>
              <a:ext cx="1066800" cy="609600"/>
            </a:xfrm>
            <a:prstGeom prst="rect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lt1"/>
                  </a:solidFill>
                  <a:latin typeface="+mn-lt"/>
                  <a:cs typeface="Arial" charset="0"/>
                </a:rPr>
                <a:t>LMS</a:t>
              </a:r>
            </a:p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50" dirty="0">
                  <a:solidFill>
                    <a:schemeClr val="lt1"/>
                  </a:solidFill>
                  <a:latin typeface="+mn-lt"/>
                  <a:cs typeface="Arial" charset="0"/>
                </a:rPr>
                <a:t>(e.g., learn.com)</a:t>
              </a:r>
            </a:p>
          </p:txBody>
        </p:sp>
        <p:cxnSp>
          <p:nvCxnSpPr>
            <p:cNvPr id="49168" name="Elbow Connector 167">
              <a:extLst>
                <a:ext uri="{FF2B5EF4-FFF2-40B4-BE49-F238E27FC236}">
                  <a16:creationId xmlns:a16="http://schemas.microsoft.com/office/drawing/2014/main" id="{1EBB565E-7C3D-E26D-0E72-3D722A15C70D}"/>
                </a:ext>
              </a:extLst>
            </p:cNvPr>
            <p:cNvCxnSpPr>
              <a:cxnSpLocks noChangeShapeType="1"/>
              <a:stCxn id="5" idx="3"/>
              <a:endCxn id="166" idx="1"/>
            </p:cNvCxnSpPr>
            <p:nvPr/>
          </p:nvCxnSpPr>
          <p:spPr bwMode="auto">
            <a:xfrm>
              <a:off x="6257925" y="5149850"/>
              <a:ext cx="590550" cy="0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9169" name="TextBox 300">
              <a:extLst>
                <a:ext uri="{FF2B5EF4-FFF2-40B4-BE49-F238E27FC236}">
                  <a16:creationId xmlns:a16="http://schemas.microsoft.com/office/drawing/2014/main" id="{3CE61C8C-97CF-3C0D-AAC1-84F3871FAB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0200" y="5803900"/>
              <a:ext cx="162736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Subject Experts</a:t>
              </a:r>
            </a:p>
          </p:txBody>
        </p:sp>
        <p:cxnSp>
          <p:nvCxnSpPr>
            <p:cNvPr id="49170" name="Elbow Connector 306">
              <a:extLst>
                <a:ext uri="{FF2B5EF4-FFF2-40B4-BE49-F238E27FC236}">
                  <a16:creationId xmlns:a16="http://schemas.microsoft.com/office/drawing/2014/main" id="{E37B7E33-4CBC-84D9-91BE-DCE9D7F9F3F3}"/>
                </a:ext>
              </a:extLst>
            </p:cNvPr>
            <p:cNvCxnSpPr>
              <a:cxnSpLocks noChangeShapeType="1"/>
              <a:stCxn id="9" idx="2"/>
              <a:endCxn id="6" idx="1"/>
            </p:cNvCxnSpPr>
            <p:nvPr/>
          </p:nvCxnSpPr>
          <p:spPr bwMode="auto">
            <a:xfrm rot="5400000">
              <a:off x="2332037" y="3078163"/>
              <a:ext cx="498475" cy="0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9171" name="TextBox 300">
              <a:extLst>
                <a:ext uri="{FF2B5EF4-FFF2-40B4-BE49-F238E27FC236}">
                  <a16:creationId xmlns:a16="http://schemas.microsoft.com/office/drawing/2014/main" id="{7E3FD498-A91C-8809-41B3-084C8A715D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0" y="2097088"/>
              <a:ext cx="1330557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Technicians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&amp; Operators</a:t>
              </a:r>
            </a:p>
          </p:txBody>
        </p:sp>
        <p:sp>
          <p:nvSpPr>
            <p:cNvPr id="111" name="Rounded Rectangle 110">
              <a:extLst>
                <a:ext uri="{FF2B5EF4-FFF2-40B4-BE49-F238E27FC236}">
                  <a16:creationId xmlns:a16="http://schemas.microsoft.com/office/drawing/2014/main" id="{B6B5125A-2594-F7E8-2426-7F1A53E8EF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400" y="3403600"/>
              <a:ext cx="1036638" cy="647700"/>
            </a:xfrm>
            <a:prstGeom prst="roundRect">
              <a:avLst>
                <a:gd name="adj" fmla="val 16667"/>
              </a:avLst>
            </a:prstGeom>
            <a:solidFill>
              <a:srgbClr val="4F6228">
                <a:alpha val="23137"/>
              </a:srgbClr>
            </a:solidFill>
            <a:ln w="19050" algn="ctr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lt1"/>
                  </a:solidFill>
                  <a:latin typeface="+mn-lt"/>
                  <a:cs typeface="Arial" charset="0"/>
                </a:rPr>
                <a:t>Formal</a:t>
              </a:r>
            </a:p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lt1"/>
                  </a:solidFill>
                  <a:latin typeface="+mn-lt"/>
                  <a:cs typeface="Arial" charset="0"/>
                </a:rPr>
                <a:t>Review Process</a:t>
              </a:r>
            </a:p>
          </p:txBody>
        </p:sp>
        <p:cxnSp>
          <p:nvCxnSpPr>
            <p:cNvPr id="49173" name="Elbow Connector 112">
              <a:extLst>
                <a:ext uri="{FF2B5EF4-FFF2-40B4-BE49-F238E27FC236}">
                  <a16:creationId xmlns:a16="http://schemas.microsoft.com/office/drawing/2014/main" id="{D194C7E0-7304-8FD6-B509-CF51EF71B4B6}"/>
                </a:ext>
              </a:extLst>
            </p:cNvPr>
            <p:cNvCxnSpPr>
              <a:cxnSpLocks noChangeShapeType="1"/>
              <a:stCxn id="6" idx="4"/>
              <a:endCxn id="111" idx="1"/>
            </p:cNvCxnSpPr>
            <p:nvPr/>
          </p:nvCxnSpPr>
          <p:spPr bwMode="auto">
            <a:xfrm>
              <a:off x="2946400" y="3725863"/>
              <a:ext cx="625475" cy="1587"/>
            </a:xfrm>
            <a:prstGeom prst="bentConnector3">
              <a:avLst>
                <a:gd name="adj1" fmla="val 49745"/>
              </a:avLst>
            </a:prstGeom>
            <a:noFill/>
            <a:ln w="28575" algn="ctr">
              <a:solidFill>
                <a:schemeClr val="tx1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174" name="Shape 114">
              <a:extLst>
                <a:ext uri="{FF2B5EF4-FFF2-40B4-BE49-F238E27FC236}">
                  <a16:creationId xmlns:a16="http://schemas.microsoft.com/office/drawing/2014/main" id="{A8D658B6-72FF-F047-F24A-91B8FB48E0D0}"/>
                </a:ext>
              </a:extLst>
            </p:cNvPr>
            <p:cNvCxnSpPr>
              <a:cxnSpLocks noChangeShapeType="1"/>
              <a:stCxn id="111" idx="2"/>
              <a:endCxn id="4" idx="1"/>
            </p:cNvCxnSpPr>
            <p:nvPr/>
          </p:nvCxnSpPr>
          <p:spPr bwMode="auto">
            <a:xfrm rot="5400000">
              <a:off x="3868738" y="4292600"/>
              <a:ext cx="463550" cy="0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9175" name="TextBox 122">
              <a:extLst>
                <a:ext uri="{FF2B5EF4-FFF2-40B4-BE49-F238E27FC236}">
                  <a16:creationId xmlns:a16="http://schemas.microsoft.com/office/drawing/2014/main" id="{F2638561-9408-096D-1845-E1107C0533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8975" y="3124200"/>
              <a:ext cx="1367682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i="1">
                  <a:solidFill>
                    <a:srgbClr val="DAE5F2"/>
                  </a:solidFill>
                  <a:latin typeface="Arial" panose="020B0604020202020204" pitchFamily="34" charset="0"/>
                </a:rPr>
                <a:t>Foster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i="1">
                  <a:solidFill>
                    <a:srgbClr val="DAE5F2"/>
                  </a:solidFill>
                  <a:latin typeface="Arial" panose="020B0604020202020204" pitchFamily="34" charset="0"/>
                </a:rPr>
                <a:t>Innovation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i="1">
                  <a:solidFill>
                    <a:srgbClr val="DAE5F2"/>
                  </a:solidFill>
                  <a:latin typeface="Arial" panose="020B0604020202020204" pitchFamily="34" charset="0"/>
                </a:rPr>
                <a:t>(video sharing)</a:t>
              </a:r>
            </a:p>
          </p:txBody>
        </p:sp>
        <p:sp>
          <p:nvSpPr>
            <p:cNvPr id="49176" name="TextBox 123">
              <a:extLst>
                <a:ext uri="{FF2B5EF4-FFF2-40B4-BE49-F238E27FC236}">
                  <a16:creationId xmlns:a16="http://schemas.microsoft.com/office/drawing/2014/main" id="{C921970F-B91F-EA13-9EF3-C8AD8DCDBA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79925" y="5851525"/>
              <a:ext cx="3814763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i="1">
                  <a:solidFill>
                    <a:srgbClr val="FF6600"/>
                  </a:solidFill>
                  <a:latin typeface="Arial" panose="020B0604020202020204" pitchFamily="34" charset="0"/>
                </a:rPr>
                <a:t>Reinforce Operational Discipline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pic>
          <p:nvPicPr>
            <p:cNvPr id="49177" name="Picture 161" descr="MRTInspectionScreen.png">
              <a:extLst>
                <a:ext uri="{FF2B5EF4-FFF2-40B4-BE49-F238E27FC236}">
                  <a16:creationId xmlns:a16="http://schemas.microsoft.com/office/drawing/2014/main" id="{B47CDC56-B24D-7BCE-8D4B-79BDF470D5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3200" y="1876425"/>
              <a:ext cx="1676400" cy="866775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9178" name="TextBox 300">
              <a:extLst>
                <a:ext uri="{FF2B5EF4-FFF2-40B4-BE49-F238E27FC236}">
                  <a16:creationId xmlns:a16="http://schemas.microsoft.com/office/drawing/2014/main" id="{B6DD5A13-0895-5FF4-E315-56D1CCEA4B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5250" y="3835400"/>
              <a:ext cx="115570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/>
                <a:t>Structured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/>
                <a:t>Documentation</a:t>
              </a:r>
            </a:p>
          </p:txBody>
        </p:sp>
        <p:sp>
          <p:nvSpPr>
            <p:cNvPr id="49179" name="TextBox 300">
              <a:extLst>
                <a:ext uri="{FF2B5EF4-FFF2-40B4-BE49-F238E27FC236}">
                  <a16:creationId xmlns:a16="http://schemas.microsoft.com/office/drawing/2014/main" id="{AAED1A7F-7D14-8E36-3384-AAE9737D55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08875" y="1628775"/>
              <a:ext cx="796925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/>
                <a:t>eLearning</a:t>
              </a:r>
            </a:p>
          </p:txBody>
        </p:sp>
        <p:pic>
          <p:nvPicPr>
            <p:cNvPr id="49180" name="Picture 166" descr="MMWPolicySelection.png">
              <a:extLst>
                <a:ext uri="{FF2B5EF4-FFF2-40B4-BE49-F238E27FC236}">
                  <a16:creationId xmlns:a16="http://schemas.microsoft.com/office/drawing/2014/main" id="{22F39351-627A-0AA6-7D6A-85B1B0E62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56200" y="2895600"/>
              <a:ext cx="1204913" cy="968375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9181" name="Picture 83" descr="pawn_glass_blue">
              <a:extLst>
                <a:ext uri="{FF2B5EF4-FFF2-40B4-BE49-F238E27FC236}">
                  <a16:creationId xmlns:a16="http://schemas.microsoft.com/office/drawing/2014/main" id="{9FE4E047-6662-2DD9-E46C-E1BD0FAA01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60838" y="1295400"/>
              <a:ext cx="411162" cy="411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182" name="Picture 96" descr="pawn_glass_blue">
              <a:extLst>
                <a:ext uri="{FF2B5EF4-FFF2-40B4-BE49-F238E27FC236}">
                  <a16:creationId xmlns:a16="http://schemas.microsoft.com/office/drawing/2014/main" id="{46DA7F28-B6A4-F2CE-6441-EB7F143D22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5638" y="1371600"/>
              <a:ext cx="411162" cy="411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183" name="Picture 98" descr="pawn_glass_blue">
              <a:extLst>
                <a:ext uri="{FF2B5EF4-FFF2-40B4-BE49-F238E27FC236}">
                  <a16:creationId xmlns:a16="http://schemas.microsoft.com/office/drawing/2014/main" id="{3C3D1224-8B90-AFD6-86B3-D432B381B5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94238" y="1295400"/>
              <a:ext cx="411162" cy="411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184" name="Picture 99" descr="pawn_glass_blue">
              <a:extLst>
                <a:ext uri="{FF2B5EF4-FFF2-40B4-BE49-F238E27FC236}">
                  <a16:creationId xmlns:a16="http://schemas.microsoft.com/office/drawing/2014/main" id="{DD12155A-DAEC-7C1B-BE3C-1DE1ABAC45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3238" y="1447800"/>
              <a:ext cx="411162" cy="411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185" name="Picture 100" descr="pawn_glass_blue">
              <a:extLst>
                <a:ext uri="{FF2B5EF4-FFF2-40B4-BE49-F238E27FC236}">
                  <a16:creationId xmlns:a16="http://schemas.microsoft.com/office/drawing/2014/main" id="{28442604-D7DD-86DA-D42D-B23DDCF553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83075" y="1722438"/>
              <a:ext cx="411163" cy="411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186" name="Picture 101" descr="pawn_glass_blue">
              <a:extLst>
                <a:ext uri="{FF2B5EF4-FFF2-40B4-BE49-F238E27FC236}">
                  <a16:creationId xmlns:a16="http://schemas.microsoft.com/office/drawing/2014/main" id="{4C1F8158-1219-7E4B-FD1D-4C3DE92425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99038" y="1371600"/>
              <a:ext cx="411162" cy="411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187" name="Picture 102" descr="pawn_glass_blue">
              <a:extLst>
                <a:ext uri="{FF2B5EF4-FFF2-40B4-BE49-F238E27FC236}">
                  <a16:creationId xmlns:a16="http://schemas.microsoft.com/office/drawing/2014/main" id="{E110C5C5-C606-B24F-76F0-23931CFD8A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27638" y="1447800"/>
              <a:ext cx="411162" cy="411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188" name="Picture 103" descr="pawn_glass_blue">
              <a:extLst>
                <a:ext uri="{FF2B5EF4-FFF2-40B4-BE49-F238E27FC236}">
                  <a16:creationId xmlns:a16="http://schemas.microsoft.com/office/drawing/2014/main" id="{2C81358A-617D-3904-E2EA-71C2A9F017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5075" y="1676400"/>
              <a:ext cx="411163" cy="411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189" name="Picture 105" descr="pawn_glass_blue">
              <a:extLst>
                <a:ext uri="{FF2B5EF4-FFF2-40B4-BE49-F238E27FC236}">
                  <a16:creationId xmlns:a16="http://schemas.microsoft.com/office/drawing/2014/main" id="{C756E988-8826-BACA-3D4E-A458EF619B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84838" y="1676400"/>
              <a:ext cx="411162" cy="411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190" name="Picture 106" descr="pawn_glass_blue">
              <a:extLst>
                <a:ext uri="{FF2B5EF4-FFF2-40B4-BE49-F238E27FC236}">
                  <a16:creationId xmlns:a16="http://schemas.microsoft.com/office/drawing/2014/main" id="{8B49B952-187F-86C2-C11E-53AB729F8C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7875" y="1676400"/>
              <a:ext cx="411163" cy="411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191" name="Picture 109" descr="pawn_glass_blue">
              <a:extLst>
                <a:ext uri="{FF2B5EF4-FFF2-40B4-BE49-F238E27FC236}">
                  <a16:creationId xmlns:a16="http://schemas.microsoft.com/office/drawing/2014/main" id="{53817E6B-0298-4313-3322-E4ACC70037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6238" y="1371600"/>
              <a:ext cx="411162" cy="411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192" name="Picture 104" descr="pawn_glass_blue">
              <a:extLst>
                <a:ext uri="{FF2B5EF4-FFF2-40B4-BE49-F238E27FC236}">
                  <a16:creationId xmlns:a16="http://schemas.microsoft.com/office/drawing/2014/main" id="{FFD2D745-79F1-FF57-689D-86C8AB7E11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0038" y="1524000"/>
              <a:ext cx="411162" cy="411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193" name="Picture 97" descr="pawn_glass_blue">
              <a:extLst>
                <a:ext uri="{FF2B5EF4-FFF2-40B4-BE49-F238E27FC236}">
                  <a16:creationId xmlns:a16="http://schemas.microsoft.com/office/drawing/2014/main" id="{CE35F7E4-B4E9-83EB-6DB2-9D07805F3C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6475" y="1570038"/>
              <a:ext cx="411163" cy="411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194" name="Picture 108" descr="pawn_glass_blue">
              <a:extLst>
                <a:ext uri="{FF2B5EF4-FFF2-40B4-BE49-F238E27FC236}">
                  <a16:creationId xmlns:a16="http://schemas.microsoft.com/office/drawing/2014/main" id="{912E6E3C-6DB1-6C88-0B69-0A69C0AD4B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22838" y="1752600"/>
              <a:ext cx="411162" cy="411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195" name="Picture 107" descr="pawn_glass_blue">
              <a:extLst>
                <a:ext uri="{FF2B5EF4-FFF2-40B4-BE49-F238E27FC236}">
                  <a16:creationId xmlns:a16="http://schemas.microsoft.com/office/drawing/2014/main" id="{BCFD2532-4F2F-AA40-922C-BA7AE7DE37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0038" y="1752600"/>
              <a:ext cx="411162" cy="411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196" name="Line 110">
              <a:extLst>
                <a:ext uri="{FF2B5EF4-FFF2-40B4-BE49-F238E27FC236}">
                  <a16:creationId xmlns:a16="http://schemas.microsoft.com/office/drawing/2014/main" id="{40C42AC5-7E21-3302-5A20-268C163F82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91400" y="2743200"/>
              <a:ext cx="0" cy="205740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9197" name="Line 111">
              <a:extLst>
                <a:ext uri="{FF2B5EF4-FFF2-40B4-BE49-F238E27FC236}">
                  <a16:creationId xmlns:a16="http://schemas.microsoft.com/office/drawing/2014/main" id="{2C7C9BFC-F411-6B58-4717-BDB82C41F6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15000" y="4267200"/>
              <a:ext cx="0" cy="53340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A"/>
            </a:p>
          </p:txBody>
        </p:sp>
        <p:pic>
          <p:nvPicPr>
            <p:cNvPr id="49198" name="Picture 112" descr="pawn_glass_yellow">
              <a:extLst>
                <a:ext uri="{FF2B5EF4-FFF2-40B4-BE49-F238E27FC236}">
                  <a16:creationId xmlns:a16="http://schemas.microsoft.com/office/drawing/2014/main" id="{ADACE586-2095-D7AA-5E3C-6710B0B8EB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2438" y="5181600"/>
              <a:ext cx="411162" cy="411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199" name="Picture 113" descr="pawn_glass_yellow">
              <a:extLst>
                <a:ext uri="{FF2B5EF4-FFF2-40B4-BE49-F238E27FC236}">
                  <a16:creationId xmlns:a16="http://schemas.microsoft.com/office/drawing/2014/main" id="{F818081B-E71E-CC57-5D75-0F4CDA4E50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74838" y="5334000"/>
              <a:ext cx="411162" cy="411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200" name="Picture 116" descr="pawn_glass_yellow">
              <a:extLst>
                <a:ext uri="{FF2B5EF4-FFF2-40B4-BE49-F238E27FC236}">
                  <a16:creationId xmlns:a16="http://schemas.microsoft.com/office/drawing/2014/main" id="{0AF09A69-72A7-49FE-FA76-80F91FBC7D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03438" y="5211763"/>
              <a:ext cx="411162" cy="411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201" name="Picture 119" descr="pawn_glass_yellow">
              <a:extLst>
                <a:ext uri="{FF2B5EF4-FFF2-40B4-BE49-F238E27FC236}">
                  <a16:creationId xmlns:a16="http://schemas.microsoft.com/office/drawing/2014/main" id="{41E2401F-75C0-C211-7C8E-36F2D5CFC0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36838" y="5211763"/>
              <a:ext cx="411162" cy="411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202" name="Picture 120" descr="pawn_glass_yellow">
              <a:extLst>
                <a:ext uri="{FF2B5EF4-FFF2-40B4-BE49-F238E27FC236}">
                  <a16:creationId xmlns:a16="http://schemas.microsoft.com/office/drawing/2014/main" id="{99D95B0E-AD87-91DB-AFC5-441251A531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32038" y="5287963"/>
              <a:ext cx="411162" cy="411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203" name="Picture 118" descr="pawn_glass_yellow">
              <a:extLst>
                <a:ext uri="{FF2B5EF4-FFF2-40B4-BE49-F238E27FC236}">
                  <a16:creationId xmlns:a16="http://schemas.microsoft.com/office/drawing/2014/main" id="{F14EC68D-09F7-1037-FC90-A3C3F1D377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84438" y="5410200"/>
              <a:ext cx="411162" cy="411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204" name="Picture 117" descr="pawn_glass_yellow">
              <a:extLst>
                <a:ext uri="{FF2B5EF4-FFF2-40B4-BE49-F238E27FC236}">
                  <a16:creationId xmlns:a16="http://schemas.microsoft.com/office/drawing/2014/main" id="{7E09AB5C-C343-AE67-CDA5-C425CAA74D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79638" y="5440363"/>
              <a:ext cx="411162" cy="411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9205" name="Group 61">
              <a:extLst>
                <a:ext uri="{FF2B5EF4-FFF2-40B4-BE49-F238E27FC236}">
                  <a16:creationId xmlns:a16="http://schemas.microsoft.com/office/drawing/2014/main" id="{17534C52-9D75-BB06-FEEC-84D64BDFA8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5800" y="990600"/>
              <a:ext cx="2576513" cy="1981200"/>
              <a:chOff x="685800" y="990600"/>
              <a:chExt cx="2576513" cy="1981200"/>
            </a:xfrm>
          </p:grpSpPr>
          <p:sp>
            <p:nvSpPr>
              <p:cNvPr id="49207" name="Rectangle 152">
                <a:extLst>
                  <a:ext uri="{FF2B5EF4-FFF2-40B4-BE49-F238E27FC236}">
                    <a16:creationId xmlns:a16="http://schemas.microsoft.com/office/drawing/2014/main" id="{B4E88F92-676D-FAD7-7F29-EFFCD4AB3B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5800" y="990600"/>
                <a:ext cx="2514600" cy="1981200"/>
              </a:xfrm>
              <a:prstGeom prst="rect">
                <a:avLst/>
              </a:prstGeom>
              <a:solidFill>
                <a:srgbClr val="99D3A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solidFill>
                    <a:srgbClr val="FFFFFF"/>
                  </a:solidFill>
                </a:endParaRPr>
              </a:p>
            </p:txBody>
          </p:sp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50418460-4663-5831-50D7-83874E8303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2163" y="2171700"/>
                <a:ext cx="1036637" cy="647700"/>
              </a:xfrm>
              <a:prstGeom prst="roundRect">
                <a:avLst>
                  <a:gd name="adj" fmla="val 16667"/>
                </a:avLst>
              </a:prstGeom>
              <a:blipFill dpi="0" rotWithShape="1">
                <a:blip r:embed="rId8"/>
                <a:srcRect/>
                <a:stretch>
                  <a:fillRect/>
                </a:stretch>
              </a:blipFill>
              <a:ln w="1905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dirty="0">
                    <a:solidFill>
                      <a:schemeClr val="lt1"/>
                    </a:solidFill>
                    <a:latin typeface="+mn-lt"/>
                    <a:cs typeface="Arial" charset="0"/>
                  </a:rPr>
                  <a:t>Expert</a:t>
                </a:r>
              </a:p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dirty="0">
                    <a:solidFill>
                      <a:schemeClr val="lt1"/>
                    </a:solidFill>
                    <a:latin typeface="+mn-lt"/>
                    <a:cs typeface="Arial" charset="0"/>
                  </a:rPr>
                  <a:t>Interview</a:t>
                </a:r>
              </a:p>
            </p:txBody>
          </p:sp>
          <p:cxnSp>
            <p:nvCxnSpPr>
              <p:cNvPr id="49209" name="Elbow Connector 147">
                <a:extLst>
                  <a:ext uri="{FF2B5EF4-FFF2-40B4-BE49-F238E27FC236}">
                    <a16:creationId xmlns:a16="http://schemas.microsoft.com/office/drawing/2014/main" id="{A62DA3AA-395C-428A-7B23-5433484DAEA6}"/>
                  </a:ext>
                </a:extLst>
              </p:cNvPr>
              <p:cNvCxnSpPr>
                <a:cxnSpLocks noChangeShapeType="1"/>
                <a:endCxn id="9" idx="1"/>
              </p:cNvCxnSpPr>
              <p:nvPr/>
            </p:nvCxnSpPr>
            <p:spPr bwMode="auto">
              <a:xfrm flipV="1">
                <a:off x="1428750" y="2495550"/>
                <a:ext cx="623888" cy="1588"/>
              </a:xfrm>
              <a:prstGeom prst="bentConnector3">
                <a:avLst>
                  <a:gd name="adj1" fmla="val 50000"/>
                </a:avLst>
              </a:prstGeom>
              <a:noFill/>
              <a:ln w="28575" algn="ctr">
                <a:solidFill>
                  <a:schemeClr val="tx1"/>
                </a:solidFill>
                <a:miter lim="800000"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9210" name="Elbow Connector 151">
                <a:extLst>
                  <a:ext uri="{FF2B5EF4-FFF2-40B4-BE49-F238E27FC236}">
                    <a16:creationId xmlns:a16="http://schemas.microsoft.com/office/drawing/2014/main" id="{73620F9F-1CD7-5B13-2D59-C090AC4A7021}"/>
                  </a:ext>
                </a:extLst>
              </p:cNvPr>
              <p:cNvCxnSpPr>
                <a:cxnSpLocks noChangeShapeType="1"/>
                <a:endCxn id="9" idx="0"/>
              </p:cNvCxnSpPr>
              <p:nvPr/>
            </p:nvCxnSpPr>
            <p:spPr bwMode="auto">
              <a:xfrm rot="16200000" flipH="1">
                <a:off x="2405857" y="1986756"/>
                <a:ext cx="347662" cy="3175"/>
              </a:xfrm>
              <a:prstGeom prst="bentConnector3">
                <a:avLst>
                  <a:gd name="adj1" fmla="val 50000"/>
                </a:avLst>
              </a:prstGeom>
              <a:noFill/>
              <a:ln w="28575" algn="ctr">
                <a:solidFill>
                  <a:schemeClr val="tx1"/>
                </a:solidFill>
                <a:miter lim="800000"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9211" name="TextBox 301">
                <a:extLst>
                  <a:ext uri="{FF2B5EF4-FFF2-40B4-BE49-F238E27FC236}">
                    <a16:creationId xmlns:a16="http://schemas.microsoft.com/office/drawing/2014/main" id="{630F5473-4735-B70A-4E61-6E5BB94948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2025" y="2563813"/>
                <a:ext cx="790575" cy="369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/>
                  <a:t>Expert</a:t>
                </a:r>
              </a:p>
            </p:txBody>
          </p:sp>
          <p:sp>
            <p:nvSpPr>
              <p:cNvPr id="49212" name="TextBox 302">
                <a:extLst>
                  <a:ext uri="{FF2B5EF4-FFF2-40B4-BE49-F238E27FC236}">
                    <a16:creationId xmlns:a16="http://schemas.microsoft.com/office/drawing/2014/main" id="{77B36A8E-D703-8717-926F-7EDE6F5994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05000" y="1017588"/>
                <a:ext cx="1357313" cy="338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/>
                  <a:t>Replacements</a:t>
                </a:r>
              </a:p>
            </p:txBody>
          </p:sp>
          <p:sp>
            <p:nvSpPr>
              <p:cNvPr id="49213" name="TextBox 118">
                <a:extLst>
                  <a:ext uri="{FF2B5EF4-FFF2-40B4-BE49-F238E27FC236}">
                    <a16:creationId xmlns:a16="http://schemas.microsoft.com/office/drawing/2014/main" id="{033B6A87-188D-658A-EE50-E56A5C46E5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7388" y="990600"/>
                <a:ext cx="1556836" cy="923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000" i="1">
                    <a:solidFill>
                      <a:srgbClr val="008000"/>
                    </a:solidFill>
                    <a:latin typeface="Arial" panose="020B0604020202020204" pitchFamily="34" charset="0"/>
                  </a:rPr>
                  <a:t>Retain 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000" i="1">
                    <a:solidFill>
                      <a:srgbClr val="008000"/>
                    </a:solidFill>
                    <a:latin typeface="Arial" panose="020B0604020202020204" pitchFamily="34" charset="0"/>
                  </a:rPr>
                  <a:t>Tradition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400" i="1">
                    <a:solidFill>
                      <a:srgbClr val="008000"/>
                    </a:solidFill>
                    <a:latin typeface="Arial" panose="020B0604020202020204" pitchFamily="34" charset="0"/>
                  </a:rPr>
                  <a:t>(expert interview)</a:t>
                </a:r>
                <a:endParaRPr lang="en-US" altLang="en-US" sz="1400" i="1">
                  <a:solidFill>
                    <a:srgbClr val="C00000"/>
                  </a:solidFill>
                  <a:latin typeface="Arial" panose="020B0604020202020204" pitchFamily="34" charset="0"/>
                </a:endParaRPr>
              </a:p>
            </p:txBody>
          </p:sp>
          <p:pic>
            <p:nvPicPr>
              <p:cNvPr id="49214" name="Picture 84" descr="pawn_glass_white">
                <a:extLst>
                  <a:ext uri="{FF2B5EF4-FFF2-40B4-BE49-F238E27FC236}">
                    <a16:creationId xmlns:a16="http://schemas.microsoft.com/office/drawing/2014/main" id="{8B1138DD-801F-67B2-29DE-2870CC7B7E6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79638" y="1341438"/>
                <a:ext cx="411162" cy="4111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9215" name="Picture 88" descr="pawn_glass_white">
                <a:extLst>
                  <a:ext uri="{FF2B5EF4-FFF2-40B4-BE49-F238E27FC236}">
                    <a16:creationId xmlns:a16="http://schemas.microsoft.com/office/drawing/2014/main" id="{58987DF1-50EE-824C-B302-883900FD0C1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60638" y="1371600"/>
                <a:ext cx="411162" cy="411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9216" name="Picture 87" descr="pawn_glass_white">
                <a:extLst>
                  <a:ext uri="{FF2B5EF4-FFF2-40B4-BE49-F238E27FC236}">
                    <a16:creationId xmlns:a16="http://schemas.microsoft.com/office/drawing/2014/main" id="{18D5D2C0-E3D6-8892-B88B-EC2FA9A5969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62200" y="1417638"/>
                <a:ext cx="411163" cy="4111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9217" name="Picture 121" descr="pawn_glass_yellow">
                <a:extLst>
                  <a:ext uri="{FF2B5EF4-FFF2-40B4-BE49-F238E27FC236}">
                    <a16:creationId xmlns:a16="http://schemas.microsoft.com/office/drawing/2014/main" id="{121622FA-6F84-8FCA-9B71-552FF6DEC5D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82663" y="2049463"/>
                <a:ext cx="617537" cy="6175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cxnSp>
          <p:nvCxnSpPr>
            <p:cNvPr id="49206" name="Elbow Connector 12">
              <a:extLst>
                <a:ext uri="{FF2B5EF4-FFF2-40B4-BE49-F238E27FC236}">
                  <a16:creationId xmlns:a16="http://schemas.microsoft.com/office/drawing/2014/main" id="{2080E876-8CC0-A518-F016-7731BC34F88D}"/>
                </a:ext>
              </a:extLst>
            </p:cNvPr>
            <p:cNvCxnSpPr>
              <a:cxnSpLocks noChangeShapeType="1"/>
              <a:stCxn id="6" idx="3"/>
              <a:endCxn id="155" idx="0"/>
            </p:cNvCxnSpPr>
            <p:nvPr/>
          </p:nvCxnSpPr>
          <p:spPr bwMode="auto">
            <a:xfrm rot="5400000">
              <a:off x="2468562" y="4237038"/>
              <a:ext cx="225425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4" name="Footer Placeholder 63">
            <a:extLst>
              <a:ext uri="{FF2B5EF4-FFF2-40B4-BE49-F238E27FC236}">
                <a16:creationId xmlns:a16="http://schemas.microsoft.com/office/drawing/2014/main" id="{77409A10-18D9-082E-919F-073516A9F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©2000-2014 Vic Uzumeri</a:t>
            </a:r>
          </a:p>
        </p:txBody>
      </p:sp>
      <p:sp>
        <p:nvSpPr>
          <p:cNvPr id="49157" name="Date Placeholder 64">
            <a:extLst>
              <a:ext uri="{FF2B5EF4-FFF2-40B4-BE49-F238E27FC236}">
                <a16:creationId xmlns:a16="http://schemas.microsoft.com/office/drawing/2014/main" id="{5DD9C4F1-B695-5F28-69DA-43EE406EB6D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BA2139E-EBA4-4EE8-89CD-2B80710CF7FE}" type="datetime1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4/20/2026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49158" name="Slide Number Placeholder 65">
            <a:extLst>
              <a:ext uri="{FF2B5EF4-FFF2-40B4-BE49-F238E27FC236}">
                <a16:creationId xmlns:a16="http://schemas.microsoft.com/office/drawing/2014/main" id="{E4301446-41BF-7CB5-6FC1-1EA064B18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B71DAD-4A71-464C-A825-9CBF36139AEA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15043E5-540A-5BA6-484B-AAB43FD27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51203" name="Text Placeholder 5">
            <a:extLst>
              <a:ext uri="{FF2B5EF4-FFF2-40B4-BE49-F238E27FC236}">
                <a16:creationId xmlns:a16="http://schemas.microsoft.com/office/drawing/2014/main" id="{809B0B06-34B4-AFB6-2067-44A2F0FFDD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51204" name="Date Placeholder 1">
            <a:extLst>
              <a:ext uri="{FF2B5EF4-FFF2-40B4-BE49-F238E27FC236}">
                <a16:creationId xmlns:a16="http://schemas.microsoft.com/office/drawing/2014/main" id="{363E86E3-4DFC-A4FB-E9BE-F1D78450340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69F3481-2ABE-4C6A-924C-048F694B33DE}" type="datetime1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4/20/2026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51205" name="Footer Placeholder 2">
            <a:extLst>
              <a:ext uri="{FF2B5EF4-FFF2-40B4-BE49-F238E27FC236}">
                <a16:creationId xmlns:a16="http://schemas.microsoft.com/office/drawing/2014/main" id="{9CA87E30-A9AA-44FC-A59C-77CD63400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©2000-2014 Vic Uzumeri</a:t>
            </a:r>
          </a:p>
        </p:txBody>
      </p:sp>
      <p:sp>
        <p:nvSpPr>
          <p:cNvPr id="51206" name="Slide Number Placeholder 3">
            <a:extLst>
              <a:ext uri="{FF2B5EF4-FFF2-40B4-BE49-F238E27FC236}">
                <a16:creationId xmlns:a16="http://schemas.microsoft.com/office/drawing/2014/main" id="{C08FA18F-A897-184F-1F35-FD514B3F9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BF1E454-DDC7-4E71-9E5D-383278E3189C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3">
            <a:extLst>
              <a:ext uri="{FF2B5EF4-FFF2-40B4-BE49-F238E27FC236}">
                <a16:creationId xmlns:a16="http://schemas.microsoft.com/office/drawing/2014/main" id="{B58A52FD-4EE5-B739-A45F-1F612B70D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Vic Uzumeri, PhD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8AB9213-4F51-7CBF-AE91-E98389AE2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buFont typeface="Arial" charset="0"/>
              <a:buChar char="•"/>
              <a:defRPr/>
            </a:pPr>
            <a:r>
              <a:rPr lang="en-US" dirty="0"/>
              <a:t>Transportation Engineer &amp; MBA</a:t>
            </a:r>
          </a:p>
          <a:p>
            <a:pPr lvl="1" eaLnBrk="1" hangingPunct="1">
              <a:buFont typeface="Arial" charset="0"/>
              <a:buChar char="–"/>
              <a:defRPr/>
            </a:pPr>
            <a:r>
              <a:rPr lang="en-US" dirty="0"/>
              <a:t>12 yrs engineering and marketing of technical equipment: urban transit, railway operations and wind tunnel control systems</a:t>
            </a:r>
          </a:p>
          <a:p>
            <a:pPr eaLnBrk="1" hangingPunct="1">
              <a:buFont typeface="Arial" charset="0"/>
              <a:buChar char="•"/>
              <a:defRPr/>
            </a:pPr>
            <a:r>
              <a:rPr lang="en-US" dirty="0"/>
              <a:t>PhD from RPI in management of technology</a:t>
            </a:r>
          </a:p>
          <a:p>
            <a:pPr lvl="1" eaLnBrk="1" hangingPunct="1">
              <a:buFont typeface="Arial" charset="0"/>
              <a:buChar char="–"/>
              <a:defRPr/>
            </a:pPr>
            <a:r>
              <a:rPr lang="en-US" dirty="0"/>
              <a:t>Studied ‘role of change and variety’ in design and manufacturing</a:t>
            </a:r>
          </a:p>
          <a:p>
            <a:pPr lvl="1" eaLnBrk="1" hangingPunct="1">
              <a:buFont typeface="Arial" charset="0"/>
              <a:buChar char="–"/>
              <a:defRPr/>
            </a:pPr>
            <a:r>
              <a:rPr lang="en-US" dirty="0"/>
              <a:t>Co-author of book on managing technological product families</a:t>
            </a:r>
          </a:p>
          <a:p>
            <a:pPr lvl="1" eaLnBrk="1" hangingPunct="1">
              <a:buFont typeface="Arial" charset="0"/>
              <a:buChar char="–"/>
              <a:defRPr/>
            </a:pPr>
            <a:r>
              <a:rPr lang="en-US" dirty="0"/>
              <a:t>Multiple publications on quality, learning, control systems, project management and innovation</a:t>
            </a:r>
          </a:p>
        </p:txBody>
      </p:sp>
      <p:sp>
        <p:nvSpPr>
          <p:cNvPr id="52228" name="Date Placeholder 1">
            <a:extLst>
              <a:ext uri="{FF2B5EF4-FFF2-40B4-BE49-F238E27FC236}">
                <a16:creationId xmlns:a16="http://schemas.microsoft.com/office/drawing/2014/main" id="{9E349341-E231-AACB-D403-F5030BEDA10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E376ECD-3428-47B4-8D8D-DB5A5986FB6C}" type="datetime1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4/20/2026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52229" name="Footer Placeholder 2">
            <a:extLst>
              <a:ext uri="{FF2B5EF4-FFF2-40B4-BE49-F238E27FC236}">
                <a16:creationId xmlns:a16="http://schemas.microsoft.com/office/drawing/2014/main" id="{4A00C4C6-0D7B-0A35-0153-B4CE9F8CB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©2000-2014 Vic Uzumeri</a:t>
            </a:r>
          </a:p>
        </p:txBody>
      </p:sp>
      <p:sp>
        <p:nvSpPr>
          <p:cNvPr id="52230" name="Slide Number Placeholder 3">
            <a:extLst>
              <a:ext uri="{FF2B5EF4-FFF2-40B4-BE49-F238E27FC236}">
                <a16:creationId xmlns:a16="http://schemas.microsoft.com/office/drawing/2014/main" id="{6ACE6262-8B28-AF1F-9339-F52EE85FA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BAF4CE8-3F8C-4EE1-95DA-97F85B91E128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id="{AF853C0A-3F7A-CA42-3BFC-DD83FCDB3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Vic Uzumeri, Assoc. Prof.</a:t>
            </a:r>
          </a:p>
        </p:txBody>
      </p:sp>
      <p:sp>
        <p:nvSpPr>
          <p:cNvPr id="3075" name="Content Placeholder 2">
            <a:extLst>
              <a:ext uri="{FF2B5EF4-FFF2-40B4-BE49-F238E27FC236}">
                <a16:creationId xmlns:a16="http://schemas.microsoft.com/office/drawing/2014/main" id="{6B20CBFD-4176-D722-A571-DD539294B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en-US" sz="3000" dirty="0"/>
              <a:t>College of Business, Auburn University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600" dirty="0"/>
              <a:t>21 years of leading Internet-based eLearning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600" dirty="0"/>
              <a:t>13 years teaching distance MBA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600" dirty="0"/>
              <a:t>7 years teaching distance Executive MBA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600" dirty="0"/>
              <a:t>21 years teaching operations management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en-US" sz="2200" dirty="0"/>
              <a:t>Lean manufacturing, lean systems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en-US" sz="2200" dirty="0"/>
              <a:t>Service operations and project management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en-US" sz="2200" dirty="0"/>
              <a:t>Quality management, ISO 9000, </a:t>
            </a:r>
            <a:r>
              <a:rPr lang="en-US" altLang="en-US" sz="2200" dirty="0" err="1"/>
              <a:t>mgmt</a:t>
            </a:r>
            <a:r>
              <a:rPr lang="en-US" altLang="en-US" sz="2200" dirty="0"/>
              <a:t> control systems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en-US" sz="2200" dirty="0"/>
              <a:t>Entrepreneurship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600" dirty="0"/>
              <a:t>Developed Auburn’s Technical Systems </a:t>
            </a:r>
            <a:r>
              <a:rPr lang="en-US" altLang="en-US" sz="2600" dirty="0" err="1"/>
              <a:t>Mgmt</a:t>
            </a:r>
            <a:r>
              <a:rPr lang="en-US" altLang="en-US" sz="2600" dirty="0"/>
              <a:t> Minor </a:t>
            </a:r>
            <a:r>
              <a:rPr lang="en-US" altLang="en-US" sz="2600" u="sng" dirty="0"/>
              <a:t>for non-engineers</a:t>
            </a:r>
            <a:r>
              <a:rPr lang="en-US" altLang="en-US" sz="2600" dirty="0"/>
              <a:t>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600" dirty="0"/>
              <a:t>Developed method to teach live remote classes from offices of corporate executives. 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altLang="en-US" sz="3000" dirty="0"/>
          </a:p>
        </p:txBody>
      </p:sp>
      <p:sp>
        <p:nvSpPr>
          <p:cNvPr id="53252" name="Date Placeholder 1">
            <a:extLst>
              <a:ext uri="{FF2B5EF4-FFF2-40B4-BE49-F238E27FC236}">
                <a16:creationId xmlns:a16="http://schemas.microsoft.com/office/drawing/2014/main" id="{D2E774FC-AC93-C70D-61C2-5D9D215BE45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62181DC-193D-4E3E-A0F8-FAC48844DD5B}" type="datetime1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4/20/2026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53253" name="Footer Placeholder 2">
            <a:extLst>
              <a:ext uri="{FF2B5EF4-FFF2-40B4-BE49-F238E27FC236}">
                <a16:creationId xmlns:a16="http://schemas.microsoft.com/office/drawing/2014/main" id="{66346364-9F3A-5A6C-6352-C805C8EF2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©2000-2014 Vic Uzumeri</a:t>
            </a:r>
          </a:p>
        </p:txBody>
      </p:sp>
      <p:sp>
        <p:nvSpPr>
          <p:cNvPr id="53254" name="Slide Number Placeholder 3">
            <a:extLst>
              <a:ext uri="{FF2B5EF4-FFF2-40B4-BE49-F238E27FC236}">
                <a16:creationId xmlns:a16="http://schemas.microsoft.com/office/drawing/2014/main" id="{C81CF7FC-DBDB-8FE3-042B-49D8F9147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7FF1175-A1CA-4AF0-9AD3-679B03A71D89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>
            <a:extLst>
              <a:ext uri="{FF2B5EF4-FFF2-40B4-BE49-F238E27FC236}">
                <a16:creationId xmlns:a16="http://schemas.microsoft.com/office/drawing/2014/main" id="{086BB02A-F1CD-D769-6331-65998D8CC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Vic Uzumeri, CEO</a:t>
            </a:r>
            <a:br>
              <a:rPr lang="en-US" altLang="en-US"/>
            </a:br>
            <a:r>
              <a:rPr lang="en-US" altLang="en-US" sz="2400">
                <a:hlinkClick r:id="rId2"/>
              </a:rPr>
              <a:t>interactive Point of View</a:t>
            </a:r>
            <a:r>
              <a:rPr lang="en-US" altLang="en-US" sz="2400"/>
              <a:t>, Auburn AL</a:t>
            </a:r>
          </a:p>
        </p:txBody>
      </p:sp>
      <p:sp>
        <p:nvSpPr>
          <p:cNvPr id="4099" name="Content Placeholder 2">
            <a:extLst>
              <a:ext uri="{FF2B5EF4-FFF2-40B4-BE49-F238E27FC236}">
                <a16:creationId xmlns:a16="http://schemas.microsoft.com/office/drawing/2014/main" id="{102A3925-20A2-488F-AA2C-C7F3CCCB7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1800"/>
              <a:t>Started in 1995 with projects for Chrysler (</a:t>
            </a:r>
            <a:r>
              <a:rPr lang="en-US" altLang="en-US" sz="1800" i="1"/>
              <a:t>Steve Clark</a:t>
            </a:r>
            <a:r>
              <a:rPr lang="en-US" altLang="en-US" sz="1800"/>
              <a:t>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800"/>
              <a:t>350+ eLearning projects (e.g., Michelin, DaimlerChrysler, Synovus)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/>
              <a:t>Software deployment training (e.g., Oracle, PeopleSoft)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/>
              <a:t>Plant floor operations (operators, maintenance)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/>
              <a:t>Eliciting knowledge from retiring experts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/>
              <a:t>Lean processes for authoring, production, and distribution of technical knowledge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800"/>
              <a:t>Original eLearning technology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/>
              <a:t>web-based client-server for </a:t>
            </a:r>
            <a:r>
              <a:rPr lang="en-US" altLang="en-US" sz="1800" u="sng">
                <a:hlinkClick r:id="rId3"/>
              </a:rPr>
              <a:t>revision and language translation of video eLearning</a:t>
            </a:r>
            <a:endParaRPr lang="en-US" altLang="en-US" sz="1800"/>
          </a:p>
          <a:p>
            <a:pPr lvl="1" eaLnBrk="1" hangingPunct="1">
              <a:lnSpc>
                <a:spcPct val="80000"/>
              </a:lnSpc>
            </a:pPr>
            <a:r>
              <a:rPr lang="en-US" altLang="en-US" sz="1800"/>
              <a:t>Online </a:t>
            </a:r>
            <a:r>
              <a:rPr lang="en-US" altLang="en-US" sz="1800" u="sng">
                <a:hlinkClick r:id="rId4"/>
              </a:rPr>
              <a:t>portal and search engine</a:t>
            </a:r>
            <a:r>
              <a:rPr lang="en-US" altLang="en-US" sz="1800"/>
              <a:t> for video-enhanced technical eLearning.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/>
              <a:t>Flexible, high performance </a:t>
            </a:r>
            <a:r>
              <a:rPr lang="en-US" altLang="en-US" sz="1800" u="sng">
                <a:hlinkClick r:id="rId5"/>
              </a:rPr>
              <a:t>Flash video playlist controller</a:t>
            </a:r>
            <a:r>
              <a:rPr lang="en-US" altLang="en-US" sz="1800"/>
              <a:t> for eLearning content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/>
              <a:t>Low-cost, searchable video format for </a:t>
            </a:r>
            <a:r>
              <a:rPr lang="en-US" altLang="en-US" sz="1800">
                <a:hlinkClick r:id="rId6"/>
              </a:rPr>
              <a:t>capturing and retrieving expert knowledge</a:t>
            </a:r>
            <a:endParaRPr lang="en-US" altLang="en-US" sz="1800"/>
          </a:p>
          <a:p>
            <a:pPr lvl="1" eaLnBrk="1" hangingPunct="1">
              <a:lnSpc>
                <a:spcPct val="80000"/>
              </a:lnSpc>
            </a:pPr>
            <a:r>
              <a:rPr lang="en-US" altLang="en-US" sz="1800">
                <a:hlinkClick r:id="rId7"/>
              </a:rPr>
              <a:t>Online XML-based eLearning design and production system</a:t>
            </a:r>
            <a:endParaRPr lang="en-US" altLang="en-US" sz="1800"/>
          </a:p>
          <a:p>
            <a:pPr lvl="1" eaLnBrk="1" hangingPunct="1">
              <a:lnSpc>
                <a:spcPct val="80000"/>
              </a:lnSpc>
            </a:pPr>
            <a:endParaRPr lang="en-US" altLang="en-US" sz="1800"/>
          </a:p>
        </p:txBody>
      </p:sp>
      <p:sp>
        <p:nvSpPr>
          <p:cNvPr id="54276" name="Date Placeholder 1">
            <a:extLst>
              <a:ext uri="{FF2B5EF4-FFF2-40B4-BE49-F238E27FC236}">
                <a16:creationId xmlns:a16="http://schemas.microsoft.com/office/drawing/2014/main" id="{65B65083-8CBA-85EE-815E-1FA196410F5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6423489-870C-4BA5-8B3D-81FF11FFDABA}" type="datetime1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4/20/2026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54277" name="Footer Placeholder 2">
            <a:extLst>
              <a:ext uri="{FF2B5EF4-FFF2-40B4-BE49-F238E27FC236}">
                <a16:creationId xmlns:a16="http://schemas.microsoft.com/office/drawing/2014/main" id="{584A8147-AB34-4B57-1E6D-F1BA3AE4E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©2000-2014 Vic Uzumeri</a:t>
            </a:r>
          </a:p>
        </p:txBody>
      </p:sp>
      <p:sp>
        <p:nvSpPr>
          <p:cNvPr id="54278" name="Slide Number Placeholder 3">
            <a:extLst>
              <a:ext uri="{FF2B5EF4-FFF2-40B4-BE49-F238E27FC236}">
                <a16:creationId xmlns:a16="http://schemas.microsoft.com/office/drawing/2014/main" id="{4B829E96-DEA9-AA41-BE15-5754D08A8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A35D1CC-7B76-4DA8-B89A-5D93E438F330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05A2B2DD4B6714EAD144BA9E261BBC8" ma:contentTypeVersion="1" ma:contentTypeDescription="Create a new document." ma:contentTypeScope="" ma:versionID="131889a951e4730cc6729e868d95016d">
  <xsd:schema xmlns:xsd="http://www.w3.org/2001/XMLSchema" xmlns:xs="http://www.w3.org/2001/XMLSchema" xmlns:p="http://schemas.microsoft.com/office/2006/metadata/properties" xmlns:ns2="bfeb4c8d-a43e-462d-a4ce-70a75a144967" targetNamespace="http://schemas.microsoft.com/office/2006/metadata/properties" ma:root="true" ma:fieldsID="73924830ab0e4a29ed52b0f009115276" ns2:_="">
    <xsd:import namespace="bfeb4c8d-a43e-462d-a4ce-70a75a144967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eb4c8d-a43e-462d-a4ce-70a75a14496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865CEBA-699D-493E-8A9A-7188EB1E39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eb4c8d-a43e-462d-a4ce-70a75a14496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37A57DD-625B-43D8-94AB-30164FA6948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879</TotalTime>
  <Words>1934</Words>
  <Application>Microsoft Office PowerPoint</Application>
  <PresentationFormat>On-screen Show (4:3)</PresentationFormat>
  <Paragraphs>652</Paragraphs>
  <Slides>39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Times New Roman</vt:lpstr>
      <vt:lpstr>Comic Sans MS</vt:lpstr>
      <vt:lpstr>Office Theme</vt:lpstr>
      <vt:lpstr>Lean Operations for eLearning Development</vt:lpstr>
      <vt:lpstr>Technical Knowledge Supply Chain (TKSC)</vt:lpstr>
      <vt:lpstr>Toyota’s Lean Principles Kent Bowen and David Spear, HBR (1999)</vt:lpstr>
      <vt:lpstr>Importance of Flow Time</vt:lpstr>
      <vt:lpstr>Why is Flow Time So Long?</vt:lpstr>
      <vt:lpstr>Traditional Instructional Design</vt:lpstr>
      <vt:lpstr>‘Rapid’ eLearning</vt:lpstr>
      <vt:lpstr>Not Much Really Changes</vt:lpstr>
      <vt:lpstr>Speed requires standard work</vt:lpstr>
      <vt:lpstr>Communicating Text/Graphics is Never Standard Work</vt:lpstr>
      <vt:lpstr>Video can be Standard Work (A “Shipping Container” for Knowledge)</vt:lpstr>
      <vt:lpstr>Simple, Standard Capture Tools</vt:lpstr>
      <vt:lpstr>Standard Document/Video Sharing</vt:lpstr>
      <vt:lpstr>Standard Transformations</vt:lpstr>
      <vt:lpstr>e.g., Restatement</vt:lpstr>
      <vt:lpstr>Standard Tools (for restatement and translation)</vt:lpstr>
      <vt:lpstr>Lean, Modular Processing System</vt:lpstr>
      <vt:lpstr>How fast is fast?</vt:lpstr>
      <vt:lpstr>Restating an Engineer’s Explanation (for 2 hrs of video)</vt:lpstr>
      <vt:lpstr>Annotating an Engineer’s Video (for 2 hrs of video)</vt:lpstr>
      <vt:lpstr>Course Repackaging</vt:lpstr>
      <vt:lpstr>PDFs</vt:lpstr>
      <vt:lpstr>Searchable Web Archive</vt:lpstr>
      <vt:lpstr>Video for Troubleshooting</vt:lpstr>
      <vt:lpstr>Cataloging &amp; Communicating</vt:lpstr>
      <vt:lpstr>Importance of speed to an ERP Deployment</vt:lpstr>
      <vt:lpstr>Stick with Vendor Design</vt:lpstr>
      <vt:lpstr>Customize Software</vt:lpstr>
      <vt:lpstr>With Lean Authoring of Materials</vt:lpstr>
      <vt:lpstr>broader connections</vt:lpstr>
      <vt:lpstr>Complementing Conventional Methods</vt:lpstr>
      <vt:lpstr>V-POST Network</vt:lpstr>
      <vt:lpstr>XML-based Object Models of Technical Documentation</vt:lpstr>
      <vt:lpstr>Documentation Life Cycle</vt:lpstr>
      <vt:lpstr>PowerPoint Presentation</vt:lpstr>
      <vt:lpstr>Thank YOu</vt:lpstr>
      <vt:lpstr>Vic Uzumeri, PhD</vt:lpstr>
      <vt:lpstr>Vic Uzumeri, Assoc. Prof.</vt:lpstr>
      <vt:lpstr>Vic Uzumeri, CEO interactive Point of View, Auburn 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vic uzumeri</dc:creator>
  <cp:lastModifiedBy>MustafaUzumeri</cp:lastModifiedBy>
  <cp:revision>99</cp:revision>
  <dcterms:created xsi:type="dcterms:W3CDTF">2008-06-09T03:15:25Z</dcterms:created>
  <dcterms:modified xsi:type="dcterms:W3CDTF">2026-04-20T19:10:50Z</dcterms:modified>
</cp:coreProperties>
</file>